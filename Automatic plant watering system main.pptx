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8" r:id="rId1"/>
  </p:sldMasterIdLst>
  <p:notesMasterIdLst>
    <p:notesMasterId r:id="rId13"/>
  </p:notesMasterIdLst>
  <p:sldIdLst>
    <p:sldId id="256" r:id="rId2"/>
    <p:sldId id="257" r:id="rId3"/>
    <p:sldId id="258" r:id="rId4"/>
    <p:sldId id="268" r:id="rId5"/>
    <p:sldId id="259" r:id="rId6"/>
    <p:sldId id="260" r:id="rId7"/>
    <p:sldId id="265" r:id="rId8"/>
    <p:sldId id="267" r:id="rId9"/>
    <p:sldId id="261" r:id="rId10"/>
    <p:sldId id="266" r:id="rId11"/>
    <p:sldId id="264" r:id="rId12"/>
  </p:sldIdLst>
  <p:sldSz cx="9144000" cy="5143500" type="screen16x9"/>
  <p:notesSz cx="6858000" cy="9144000"/>
  <p:embeddedFontLst>
    <p:embeddedFont>
      <p:font typeface="Bookman Old Style" panose="02050604050505020204" pitchFamily="18" charset="0"/>
      <p:regular r:id="rId14"/>
      <p:bold r:id="rId15"/>
      <p:italic r:id="rId16"/>
      <p:boldItalic r:id="rId17"/>
    </p:embeddedFont>
    <p:embeddedFont>
      <p:font typeface="Consolas" panose="020B0609020204030204" pitchFamily="49" charset="0"/>
      <p:regular r:id="rId18"/>
      <p:bold r:id="rId19"/>
      <p:italic r:id="rId20"/>
      <p:boldItalic r:id="rId21"/>
    </p:embeddedFont>
    <p:embeddedFont>
      <p:font typeface="Georgia" panose="02040502050405020303" pitchFamily="18" charset="0"/>
      <p:regular r:id="rId22"/>
      <p:bold r:id="rId23"/>
      <p:italic r:id="rId24"/>
      <p:boldItalic r:id="rId25"/>
    </p:embeddedFont>
    <p:embeddedFont>
      <p:font typeface="Lato" panose="020F0502020204030203" pitchFamily="34" charset="0"/>
      <p:regular r:id="rId26"/>
      <p:bold r:id="rId27"/>
      <p:italic r:id="rId28"/>
      <p:boldItalic r:id="rId29"/>
    </p:embeddedFont>
    <p:embeddedFont>
      <p:font typeface="Lexend" panose="020B0604020202020204" charset="0"/>
      <p:regular r:id="rId30"/>
      <p:bold r:id="rId31"/>
    </p:embeddedFont>
    <p:embeddedFont>
      <p:font typeface="Open Sans" panose="020B0606030504020204" pitchFamily="34" charset="0"/>
      <p:regular r:id="rId32"/>
      <p:bold r:id="rId33"/>
      <p:italic r:id="rId34"/>
      <p:boldItalic r:id="rId35"/>
    </p:embeddedFont>
    <p:embeddedFont>
      <p:font typeface="PT Sans Narrow" panose="020B0506020203020204" pitchFamily="34" charset="0"/>
      <p:regular r:id="rId36"/>
      <p:bold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C5598E-E6AA-4BD4-B4BC-0C15710613BC}" v="1" dt="2024-11-11T04:39:05.501"/>
  </p1510:revLst>
</p1510:revInfo>
</file>

<file path=ppt/tableStyles.xml><?xml version="1.0" encoding="utf-8"?>
<a:tblStyleLst xmlns:a="http://schemas.openxmlformats.org/drawingml/2006/main" def="{95A39D7A-7407-4FE9-84DF-20CA7B08F12F}">
  <a:tblStyle styleId="{95A39D7A-7407-4FE9-84DF-20CA7B08F12F}"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72" y="91"/>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9" Type="http://schemas.openxmlformats.org/officeDocument/2006/relationships/viewProps" Target="viewProps.xml"/><Relationship Id="rId21" Type="http://schemas.openxmlformats.org/officeDocument/2006/relationships/font" Target="fonts/font8.fntdata"/><Relationship Id="rId34" Type="http://schemas.openxmlformats.org/officeDocument/2006/relationships/font" Target="fonts/font21.fntdata"/><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font" Target="fonts/font19.fntdata"/><Relationship Id="rId37" Type="http://schemas.openxmlformats.org/officeDocument/2006/relationships/font" Target="fonts/font24.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36" Type="http://schemas.openxmlformats.org/officeDocument/2006/relationships/font" Target="fonts/font23.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font" Target="fonts/font17.fntdata"/><Relationship Id="rId35" Type="http://schemas.openxmlformats.org/officeDocument/2006/relationships/font" Target="fonts/font2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font" Target="fonts/font20.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3" name="Google Shape;8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9" name="Google Shape;8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 name="Google Shape;11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
          <p:cNvCxnSpPr/>
          <p:nvPr/>
        </p:nvCxnSpPr>
        <p:spPr>
          <a:xfrm>
            <a:off x="1575035" y="3158252"/>
            <a:ext cx="5622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
          <p:cNvSpPr txBox="1">
            <a:spLocks noGrp="1"/>
          </p:cNvSpPr>
          <p:nvPr>
            <p:ph type="ctrTitle"/>
          </p:nvPr>
        </p:nvSpPr>
        <p:spPr>
          <a:xfrm>
            <a:off x="1004150" y="1751764"/>
            <a:ext cx="7136700" cy="10224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a:endParaRPr/>
          </a:p>
        </p:txBody>
      </p:sp>
      <p:sp>
        <p:nvSpPr>
          <p:cNvPr id="19" name="Google Shape;19;p2"/>
          <p:cNvSpPr txBox="1">
            <a:spLocks noGrp="1"/>
          </p:cNvSpPr>
          <p:nvPr>
            <p:ph type="subTitle" idx="1"/>
          </p:nvPr>
        </p:nvSpPr>
        <p:spPr>
          <a:xfrm>
            <a:off x="2137225" y="2850039"/>
            <a:ext cx="48705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0" name="Google Shape;20;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sp>
        <p:nvSpPr>
          <p:cNvPr id="22" name="Google Shape;22;p3"/>
          <p:cNvSpPr/>
          <p:nvPr/>
        </p:nvSpPr>
        <p:spPr>
          <a:xfrm>
            <a:off x="-75" y="5045700"/>
            <a:ext cx="9144000" cy="978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a:endParaRPr/>
          </a:p>
        </p:txBody>
      </p:sp>
      <p:sp>
        <p:nvSpPr>
          <p:cNvPr id="24" name="Google Shape;24;p3"/>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5" name="Google Shape;2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a:endParaRPr/>
          </a:p>
        </p:txBody>
      </p:sp>
      <p:sp>
        <p:nvSpPr>
          <p:cNvPr id="30" name="Google Shape;30;p5"/>
          <p:cNvSpPr txBox="1">
            <a:spLocks noGrp="1"/>
          </p:cNvSpPr>
          <p:nvPr>
            <p:ph type="body" idx="1"/>
          </p:nvPr>
        </p:nvSpPr>
        <p:spPr>
          <a:xfrm>
            <a:off x="311700" y="1266175"/>
            <a:ext cx="3999900" cy="33027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5"/>
          <p:cNvSpPr txBox="1">
            <a:spLocks noGrp="1"/>
          </p:cNvSpPr>
          <p:nvPr>
            <p:ph type="body" idx="2"/>
          </p:nvPr>
        </p:nvSpPr>
        <p:spPr>
          <a:xfrm>
            <a:off x="4832400" y="1266175"/>
            <a:ext cx="3999900" cy="33027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2" name="Google Shape;32;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a:endParaRPr/>
          </a:p>
        </p:txBody>
      </p:sp>
      <p:sp>
        <p:nvSpPr>
          <p:cNvPr id="35" name="Google Shape;35;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8" name="Google Shape;38;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9" name="Google Shape;39;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6"/>
        </a:solidFill>
        <a:effectLst/>
      </p:bgPr>
    </p:bg>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490250" y="526350"/>
            <a:ext cx="56136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dk2"/>
              </a:buClr>
              <a:buSzPts val="5400"/>
              <a:buNone/>
              <a:defRPr sz="5400" b="0">
                <a:solidFill>
                  <a:schemeClr val="dk2"/>
                </a:solidFill>
              </a:defRPr>
            </a:lvl1pPr>
            <a:lvl2pPr lvl="1" algn="l">
              <a:lnSpc>
                <a:spcPct val="100000"/>
              </a:lnSpc>
              <a:spcBef>
                <a:spcPts val="0"/>
              </a:spcBef>
              <a:spcAft>
                <a:spcPts val="0"/>
              </a:spcAft>
              <a:buClr>
                <a:schemeClr val="dk2"/>
              </a:buClr>
              <a:buSzPts val="5400"/>
              <a:buNone/>
              <a:defRPr sz="5400" b="0">
                <a:solidFill>
                  <a:schemeClr val="dk2"/>
                </a:solidFill>
              </a:defRPr>
            </a:lvl2pPr>
            <a:lvl3pPr lvl="2" algn="l">
              <a:lnSpc>
                <a:spcPct val="100000"/>
              </a:lnSpc>
              <a:spcBef>
                <a:spcPts val="0"/>
              </a:spcBef>
              <a:spcAft>
                <a:spcPts val="0"/>
              </a:spcAft>
              <a:buClr>
                <a:schemeClr val="dk2"/>
              </a:buClr>
              <a:buSzPts val="5400"/>
              <a:buNone/>
              <a:defRPr sz="5400" b="0">
                <a:solidFill>
                  <a:schemeClr val="dk2"/>
                </a:solidFill>
              </a:defRPr>
            </a:lvl3pPr>
            <a:lvl4pPr lvl="3" algn="l">
              <a:lnSpc>
                <a:spcPct val="100000"/>
              </a:lnSpc>
              <a:spcBef>
                <a:spcPts val="0"/>
              </a:spcBef>
              <a:spcAft>
                <a:spcPts val="0"/>
              </a:spcAft>
              <a:buClr>
                <a:schemeClr val="dk2"/>
              </a:buClr>
              <a:buSzPts val="5400"/>
              <a:buNone/>
              <a:defRPr sz="5400" b="0">
                <a:solidFill>
                  <a:schemeClr val="dk2"/>
                </a:solidFill>
              </a:defRPr>
            </a:lvl4pPr>
            <a:lvl5pPr lvl="4" algn="l">
              <a:lnSpc>
                <a:spcPct val="100000"/>
              </a:lnSpc>
              <a:spcBef>
                <a:spcPts val="0"/>
              </a:spcBef>
              <a:spcAft>
                <a:spcPts val="0"/>
              </a:spcAft>
              <a:buClr>
                <a:schemeClr val="dk2"/>
              </a:buClr>
              <a:buSzPts val="5400"/>
              <a:buNone/>
              <a:defRPr sz="5400" b="0">
                <a:solidFill>
                  <a:schemeClr val="dk2"/>
                </a:solidFill>
              </a:defRPr>
            </a:lvl5pPr>
            <a:lvl6pPr lvl="5" algn="l">
              <a:lnSpc>
                <a:spcPct val="100000"/>
              </a:lnSpc>
              <a:spcBef>
                <a:spcPts val="0"/>
              </a:spcBef>
              <a:spcAft>
                <a:spcPts val="0"/>
              </a:spcAft>
              <a:buClr>
                <a:schemeClr val="dk2"/>
              </a:buClr>
              <a:buSzPts val="5400"/>
              <a:buNone/>
              <a:defRPr sz="5400" b="0">
                <a:solidFill>
                  <a:schemeClr val="dk2"/>
                </a:solidFill>
              </a:defRPr>
            </a:lvl6pPr>
            <a:lvl7pPr lvl="6" algn="l">
              <a:lnSpc>
                <a:spcPct val="100000"/>
              </a:lnSpc>
              <a:spcBef>
                <a:spcPts val="0"/>
              </a:spcBef>
              <a:spcAft>
                <a:spcPts val="0"/>
              </a:spcAft>
              <a:buClr>
                <a:schemeClr val="dk2"/>
              </a:buClr>
              <a:buSzPts val="5400"/>
              <a:buNone/>
              <a:defRPr sz="5400" b="0">
                <a:solidFill>
                  <a:schemeClr val="dk2"/>
                </a:solidFill>
              </a:defRPr>
            </a:lvl7pPr>
            <a:lvl8pPr lvl="7" algn="l">
              <a:lnSpc>
                <a:spcPct val="100000"/>
              </a:lnSpc>
              <a:spcBef>
                <a:spcPts val="0"/>
              </a:spcBef>
              <a:spcAft>
                <a:spcPts val="0"/>
              </a:spcAft>
              <a:buClr>
                <a:schemeClr val="dk2"/>
              </a:buClr>
              <a:buSzPts val="5400"/>
              <a:buNone/>
              <a:defRPr sz="5400" b="0">
                <a:solidFill>
                  <a:schemeClr val="dk2"/>
                </a:solidFill>
              </a:defRPr>
            </a:lvl8pPr>
            <a:lvl9pPr lvl="8" algn="l">
              <a:lnSpc>
                <a:spcPct val="100000"/>
              </a:lnSpc>
              <a:spcBef>
                <a:spcPts val="0"/>
              </a:spcBef>
              <a:spcAft>
                <a:spcPts val="0"/>
              </a:spcAft>
              <a:buClr>
                <a:schemeClr val="dk2"/>
              </a:buClr>
              <a:buSzPts val="5400"/>
              <a:buNone/>
              <a:defRPr sz="5400" b="0">
                <a:solidFill>
                  <a:schemeClr val="dk2"/>
                </a:solidFill>
              </a:defRPr>
            </a:lvl9pPr>
          </a:lstStyle>
          <a:p>
            <a:endParaRPr/>
          </a:p>
        </p:txBody>
      </p:sp>
      <p:sp>
        <p:nvSpPr>
          <p:cNvPr id="42" name="Google Shape;42;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
        <p:cNvGrpSpPr/>
        <p:nvPr/>
      </p:nvGrpSpPr>
      <p:grpSpPr>
        <a:xfrm>
          <a:off x="0" y="0"/>
          <a:ext cx="0" cy="0"/>
          <a:chOff x="0" y="0"/>
          <a:chExt cx="0" cy="0"/>
        </a:xfrm>
      </p:grpSpPr>
      <p:sp>
        <p:nvSpPr>
          <p:cNvPr id="44" name="Google Shape;44;p9"/>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5" name="Google Shape;45;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6" name="Google Shape;46;p9"/>
          <p:cNvSpPr txBox="1">
            <a:spLocks noGrp="1"/>
          </p:cNvSpPr>
          <p:nvPr>
            <p:ph type="title"/>
          </p:nvPr>
        </p:nvSpPr>
        <p:spPr>
          <a:xfrm>
            <a:off x="265500" y="1039675"/>
            <a:ext cx="4045200" cy="16758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7" name="Google Shape;47;p9"/>
          <p:cNvSpPr txBox="1">
            <a:spLocks noGrp="1"/>
          </p:cNvSpPr>
          <p:nvPr>
            <p:ph type="subTitle" idx="1"/>
          </p:nvPr>
        </p:nvSpPr>
        <p:spPr>
          <a:xfrm>
            <a:off x="265500" y="27268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8" name="Google Shape;48;p9"/>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0"/>
              </a:spcBef>
              <a:spcAft>
                <a:spcPts val="0"/>
              </a:spcAft>
              <a:buClr>
                <a:schemeClr val="lt1"/>
              </a:buClr>
              <a:buSzPts val="1400"/>
              <a:buChar char="○"/>
              <a:defRPr>
                <a:solidFill>
                  <a:schemeClr val="lt1"/>
                </a:solidFill>
              </a:defRPr>
            </a:lvl2pPr>
            <a:lvl3pPr marL="1371600" lvl="2" indent="-317500" algn="l">
              <a:lnSpc>
                <a:spcPct val="115000"/>
              </a:lnSpc>
              <a:spcBef>
                <a:spcPts val="0"/>
              </a:spcBef>
              <a:spcAft>
                <a:spcPts val="0"/>
              </a:spcAft>
              <a:buClr>
                <a:schemeClr val="lt1"/>
              </a:buClr>
              <a:buSzPts val="1400"/>
              <a:buChar char="■"/>
              <a:defRPr>
                <a:solidFill>
                  <a:schemeClr val="lt1"/>
                </a:solidFill>
              </a:defRPr>
            </a:lvl3pPr>
            <a:lvl4pPr marL="1828800" lvl="3" indent="-317500" algn="l">
              <a:lnSpc>
                <a:spcPct val="115000"/>
              </a:lnSpc>
              <a:spcBef>
                <a:spcPts val="0"/>
              </a:spcBef>
              <a:spcAft>
                <a:spcPts val="0"/>
              </a:spcAft>
              <a:buClr>
                <a:schemeClr val="lt1"/>
              </a:buClr>
              <a:buSzPts val="1400"/>
              <a:buChar char="●"/>
              <a:defRPr>
                <a:solidFill>
                  <a:schemeClr val="lt1"/>
                </a:solidFill>
              </a:defRPr>
            </a:lvl4pPr>
            <a:lvl5pPr marL="2286000" lvl="4" indent="-317500" algn="l">
              <a:lnSpc>
                <a:spcPct val="115000"/>
              </a:lnSpc>
              <a:spcBef>
                <a:spcPts val="0"/>
              </a:spcBef>
              <a:spcAft>
                <a:spcPts val="0"/>
              </a:spcAft>
              <a:buClr>
                <a:schemeClr val="lt1"/>
              </a:buClr>
              <a:buSzPts val="1400"/>
              <a:buChar char="○"/>
              <a:defRPr>
                <a:solidFill>
                  <a:schemeClr val="lt1"/>
                </a:solidFill>
              </a:defRPr>
            </a:lvl5pPr>
            <a:lvl6pPr marL="2743200" lvl="5" indent="-317500" algn="l">
              <a:lnSpc>
                <a:spcPct val="115000"/>
              </a:lnSpc>
              <a:spcBef>
                <a:spcPts val="0"/>
              </a:spcBef>
              <a:spcAft>
                <a:spcPts val="0"/>
              </a:spcAft>
              <a:buClr>
                <a:schemeClr val="lt1"/>
              </a:buClr>
              <a:buSzPts val="1400"/>
              <a:buChar char="■"/>
              <a:defRPr>
                <a:solidFill>
                  <a:schemeClr val="lt1"/>
                </a:solidFill>
              </a:defRPr>
            </a:lvl6pPr>
            <a:lvl7pPr marL="3200400" lvl="6" indent="-317500" algn="l">
              <a:lnSpc>
                <a:spcPct val="115000"/>
              </a:lnSpc>
              <a:spcBef>
                <a:spcPts val="0"/>
              </a:spcBef>
              <a:spcAft>
                <a:spcPts val="0"/>
              </a:spcAft>
              <a:buClr>
                <a:schemeClr val="lt1"/>
              </a:buClr>
              <a:buSzPts val="1400"/>
              <a:buChar char="●"/>
              <a:defRPr>
                <a:solidFill>
                  <a:schemeClr val="lt1"/>
                </a:solidFill>
              </a:defRPr>
            </a:lvl7pPr>
            <a:lvl8pPr marL="3657600" lvl="7" indent="-317500" algn="l">
              <a:lnSpc>
                <a:spcPct val="115000"/>
              </a:lnSpc>
              <a:spcBef>
                <a:spcPts val="0"/>
              </a:spcBef>
              <a:spcAft>
                <a:spcPts val="0"/>
              </a:spcAft>
              <a:buClr>
                <a:schemeClr val="lt1"/>
              </a:buClr>
              <a:buSzPts val="1400"/>
              <a:buChar char="○"/>
              <a:defRPr>
                <a:solidFill>
                  <a:schemeClr val="lt1"/>
                </a:solidFill>
              </a:defRPr>
            </a:lvl8pPr>
            <a:lvl9pPr marL="4114800" lvl="8" indent="-317500" algn="l">
              <a:lnSpc>
                <a:spcPct val="115000"/>
              </a:lnSpc>
              <a:spcBef>
                <a:spcPts val="0"/>
              </a:spcBef>
              <a:spcAft>
                <a:spcPts val="0"/>
              </a:spcAft>
              <a:buClr>
                <a:schemeClr val="lt1"/>
              </a:buClr>
              <a:buSzPts val="1400"/>
              <a:buChar char="■"/>
              <a:defRPr>
                <a:solidFill>
                  <a:schemeClr val="lt1"/>
                </a:solidFill>
              </a:defRPr>
            </a:lvl9pPr>
          </a:lstStyle>
          <a:p>
            <a:endParaRPr/>
          </a:p>
        </p:txBody>
      </p:sp>
      <p:sp>
        <p:nvSpPr>
          <p:cNvPr id="49" name="Google Shape;49;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sp>
        <p:nvSpPr>
          <p:cNvPr id="51" name="Google Shape;51;p10"/>
          <p:cNvSpPr txBox="1">
            <a:spLocks noGrp="1"/>
          </p:cNvSpPr>
          <p:nvPr>
            <p:ph type="body" idx="1"/>
          </p:nvPr>
        </p:nvSpPr>
        <p:spPr>
          <a:xfrm>
            <a:off x="311700" y="4230725"/>
            <a:ext cx="5998800" cy="5988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a:endParaRPr/>
          </a:p>
        </p:txBody>
      </p:sp>
      <p:sp>
        <p:nvSpPr>
          <p:cNvPr id="52" name="Google Shape;52;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3"/>
        <p:cNvGrpSpPr/>
        <p:nvPr/>
      </p:nvGrpSpPr>
      <p:grpSpPr>
        <a:xfrm>
          <a:off x="0" y="0"/>
          <a:ext cx="0" cy="0"/>
          <a:chOff x="0" y="0"/>
          <a:chExt cx="0" cy="0"/>
        </a:xfrm>
      </p:grpSpPr>
      <p:sp>
        <p:nvSpPr>
          <p:cNvPr id="54" name="Google Shape;54;p11"/>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11"/>
          <p:cNvSpPr txBox="1">
            <a:spLocks noGrp="1"/>
          </p:cNvSpPr>
          <p:nvPr>
            <p:ph type="title" hasCustomPrompt="1"/>
          </p:nvPr>
        </p:nvSpPr>
        <p:spPr>
          <a:xfrm>
            <a:off x="311700" y="1304850"/>
            <a:ext cx="8520600" cy="15384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accent3"/>
              </a:buClr>
              <a:buSzPts val="13000"/>
              <a:buNone/>
              <a:defRPr sz="13000">
                <a:solidFill>
                  <a:schemeClr val="accent3"/>
                </a:solidFill>
              </a:defRPr>
            </a:lvl1pPr>
            <a:lvl2pPr lvl="1" algn="ctr">
              <a:lnSpc>
                <a:spcPct val="100000"/>
              </a:lnSpc>
              <a:spcBef>
                <a:spcPts val="0"/>
              </a:spcBef>
              <a:spcAft>
                <a:spcPts val="0"/>
              </a:spcAft>
              <a:buClr>
                <a:schemeClr val="accent3"/>
              </a:buClr>
              <a:buSzPts val="13000"/>
              <a:buNone/>
              <a:defRPr sz="13000">
                <a:solidFill>
                  <a:schemeClr val="accent3"/>
                </a:solidFill>
              </a:defRPr>
            </a:lvl2pPr>
            <a:lvl3pPr lvl="2" algn="ctr">
              <a:lnSpc>
                <a:spcPct val="100000"/>
              </a:lnSpc>
              <a:spcBef>
                <a:spcPts val="0"/>
              </a:spcBef>
              <a:spcAft>
                <a:spcPts val="0"/>
              </a:spcAft>
              <a:buClr>
                <a:schemeClr val="accent3"/>
              </a:buClr>
              <a:buSzPts val="13000"/>
              <a:buNone/>
              <a:defRPr sz="13000">
                <a:solidFill>
                  <a:schemeClr val="accent3"/>
                </a:solidFill>
              </a:defRPr>
            </a:lvl3pPr>
            <a:lvl4pPr lvl="3" algn="ctr">
              <a:lnSpc>
                <a:spcPct val="100000"/>
              </a:lnSpc>
              <a:spcBef>
                <a:spcPts val="0"/>
              </a:spcBef>
              <a:spcAft>
                <a:spcPts val="0"/>
              </a:spcAft>
              <a:buClr>
                <a:schemeClr val="accent3"/>
              </a:buClr>
              <a:buSzPts val="13000"/>
              <a:buNone/>
              <a:defRPr sz="13000">
                <a:solidFill>
                  <a:schemeClr val="accent3"/>
                </a:solidFill>
              </a:defRPr>
            </a:lvl4pPr>
            <a:lvl5pPr lvl="4" algn="ctr">
              <a:lnSpc>
                <a:spcPct val="100000"/>
              </a:lnSpc>
              <a:spcBef>
                <a:spcPts val="0"/>
              </a:spcBef>
              <a:spcAft>
                <a:spcPts val="0"/>
              </a:spcAft>
              <a:buClr>
                <a:schemeClr val="accent3"/>
              </a:buClr>
              <a:buSzPts val="13000"/>
              <a:buNone/>
              <a:defRPr sz="13000">
                <a:solidFill>
                  <a:schemeClr val="accent3"/>
                </a:solidFill>
              </a:defRPr>
            </a:lvl5pPr>
            <a:lvl6pPr lvl="5" algn="ctr">
              <a:lnSpc>
                <a:spcPct val="100000"/>
              </a:lnSpc>
              <a:spcBef>
                <a:spcPts val="0"/>
              </a:spcBef>
              <a:spcAft>
                <a:spcPts val="0"/>
              </a:spcAft>
              <a:buClr>
                <a:schemeClr val="accent3"/>
              </a:buClr>
              <a:buSzPts val="13000"/>
              <a:buNone/>
              <a:defRPr sz="13000">
                <a:solidFill>
                  <a:schemeClr val="accent3"/>
                </a:solidFill>
              </a:defRPr>
            </a:lvl6pPr>
            <a:lvl7pPr lvl="6" algn="ctr">
              <a:lnSpc>
                <a:spcPct val="100000"/>
              </a:lnSpc>
              <a:spcBef>
                <a:spcPts val="0"/>
              </a:spcBef>
              <a:spcAft>
                <a:spcPts val="0"/>
              </a:spcAft>
              <a:buClr>
                <a:schemeClr val="accent3"/>
              </a:buClr>
              <a:buSzPts val="13000"/>
              <a:buNone/>
              <a:defRPr sz="13000">
                <a:solidFill>
                  <a:schemeClr val="accent3"/>
                </a:solidFill>
              </a:defRPr>
            </a:lvl7pPr>
            <a:lvl8pPr lvl="7" algn="ctr">
              <a:lnSpc>
                <a:spcPct val="100000"/>
              </a:lnSpc>
              <a:spcBef>
                <a:spcPts val="0"/>
              </a:spcBef>
              <a:spcAft>
                <a:spcPts val="0"/>
              </a:spcAft>
              <a:buClr>
                <a:schemeClr val="accent3"/>
              </a:buClr>
              <a:buSzPts val="13000"/>
              <a:buNone/>
              <a:defRPr sz="13000">
                <a:solidFill>
                  <a:schemeClr val="accent3"/>
                </a:solidFill>
              </a:defRPr>
            </a:lvl8pPr>
            <a:lvl9pPr lvl="8" algn="ctr">
              <a:lnSpc>
                <a:spcPct val="100000"/>
              </a:lnSpc>
              <a:spcBef>
                <a:spcPts val="0"/>
              </a:spcBef>
              <a:spcAft>
                <a:spcPts val="0"/>
              </a:spcAft>
              <a:buClr>
                <a:schemeClr val="accent3"/>
              </a:buClr>
              <a:buSzPts val="13000"/>
              <a:buNone/>
              <a:defRPr sz="13000">
                <a:solidFill>
                  <a:schemeClr val="accent3"/>
                </a:solidFill>
              </a:defRPr>
            </a:lvl9pPr>
          </a:lstStyle>
          <a:p>
            <a:r>
              <a:t>xx%</a:t>
            </a:r>
          </a:p>
        </p:txBody>
      </p:sp>
      <p:sp>
        <p:nvSpPr>
          <p:cNvPr id="56" name="Google Shape;56;p11"/>
          <p:cNvSpPr txBox="1">
            <a:spLocks noGrp="1"/>
          </p:cNvSpPr>
          <p:nvPr>
            <p:ph type="body" idx="1"/>
          </p:nvPr>
        </p:nvSpPr>
        <p:spPr>
          <a:xfrm>
            <a:off x="311700" y="2995650"/>
            <a:ext cx="8520600" cy="10716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1pPr>
            <a:lvl2pPr marR="0" lvl="1" algn="l" rtl="0">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2pPr>
            <a:lvl3pPr marR="0" lvl="2" algn="l" rtl="0">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3pPr>
            <a:lvl4pPr marR="0" lvl="3" algn="l" rtl="0">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4pPr>
            <a:lvl5pPr marR="0" lvl="4" algn="l" rtl="0">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5pPr>
            <a:lvl6pPr marR="0" lvl="5" algn="l" rtl="0">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6pPr>
            <a:lvl7pPr marR="0" lvl="6" algn="l" rtl="0">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7pPr>
            <a:lvl8pPr marR="0" lvl="7" algn="l" rtl="0">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8pPr>
            <a:lvl9pPr marR="0" lvl="8" algn="l" rtl="0">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Open Sans"/>
              <a:buChar char="●"/>
              <a:defRPr sz="1800" b="0" i="0" u="none" strike="noStrike" cap="none">
                <a:solidFill>
                  <a:schemeClr val="dk2"/>
                </a:solidFill>
                <a:latin typeface="Open Sans"/>
                <a:ea typeface="Open Sans"/>
                <a:cs typeface="Open Sans"/>
                <a:sym typeface="Open Sans"/>
              </a:defRPr>
            </a:lvl1pPr>
            <a:lvl2pPr marL="914400" marR="0" lvl="1"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pexels.com/video/a-person-watering-plants-8286875/" TargetMode="External"/><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hyperlink" Target="https://creativecommons.org/licenses/by-nc-nd/3.0/" TargetMode="External"/><Relationship Id="rId5" Type="http://schemas.openxmlformats.org/officeDocument/2006/relationships/hyperlink" Target="https://jpralves.net/post/2024/03/21/vegetative-state-self-watering-houseplant.html" TargetMode="Externa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2"/>
          <p:cNvSpPr txBox="1">
            <a:spLocks noGrp="1"/>
          </p:cNvSpPr>
          <p:nvPr>
            <p:ph type="ctrTitle"/>
          </p:nvPr>
        </p:nvSpPr>
        <p:spPr>
          <a:xfrm>
            <a:off x="1003650" y="1355164"/>
            <a:ext cx="6921150" cy="738900"/>
          </a:xfrm>
          <a:prstGeom prst="rect">
            <a:avLst/>
          </a:prstGeom>
          <a:noFill/>
          <a:ln>
            <a:noFill/>
          </a:ln>
        </p:spPr>
        <p:txBody>
          <a:bodyPr spcFirstLastPara="1" wrap="square" lIns="91425" tIns="91425" rIns="91425" bIns="91425" anchor="b" anchorCtr="0">
            <a:normAutofit fontScale="90000"/>
          </a:bodyPr>
          <a:lstStyle/>
          <a:p>
            <a:pPr marL="0" lvl="0" indent="0" algn="ctr" rtl="0">
              <a:lnSpc>
                <a:spcPct val="100000"/>
              </a:lnSpc>
              <a:spcBef>
                <a:spcPts val="0"/>
              </a:spcBef>
              <a:spcAft>
                <a:spcPts val="0"/>
              </a:spcAft>
              <a:buSzPts val="5400"/>
              <a:buNone/>
            </a:pPr>
            <a:endParaRPr sz="1100" b="0">
              <a:solidFill>
                <a:srgbClr val="000000"/>
              </a:solidFill>
              <a:latin typeface="Arial"/>
              <a:ea typeface="Arial"/>
              <a:cs typeface="Arial"/>
              <a:sym typeface="Arial"/>
            </a:endParaRPr>
          </a:p>
          <a:p>
            <a:pPr marL="0" lvl="0" indent="0" algn="l" rtl="0">
              <a:lnSpc>
                <a:spcPct val="100000"/>
              </a:lnSpc>
              <a:spcBef>
                <a:spcPts val="0"/>
              </a:spcBef>
              <a:spcAft>
                <a:spcPts val="0"/>
              </a:spcAft>
              <a:buSzPct val="333333"/>
              <a:buNone/>
            </a:pPr>
            <a:endParaRPr sz="1800" b="0">
              <a:solidFill>
                <a:srgbClr val="000000"/>
              </a:solidFill>
              <a:latin typeface="Bookman Old Style"/>
              <a:ea typeface="Bookman Old Style"/>
              <a:cs typeface="Bookman Old Style"/>
              <a:sym typeface="Bookman Old Style"/>
            </a:endParaRPr>
          </a:p>
          <a:p>
            <a:pPr marL="0" lvl="0" indent="0" algn="ctr" rtl="0">
              <a:lnSpc>
                <a:spcPct val="100000"/>
              </a:lnSpc>
              <a:spcBef>
                <a:spcPts val="0"/>
              </a:spcBef>
              <a:spcAft>
                <a:spcPts val="0"/>
              </a:spcAft>
              <a:buClr>
                <a:srgbClr val="000000"/>
              </a:buClr>
              <a:buSzPct val="285714"/>
              <a:buFont typeface="Arial"/>
              <a:buNone/>
            </a:pPr>
            <a:endParaRPr sz="2100">
              <a:solidFill>
                <a:srgbClr val="002060"/>
              </a:solidFill>
              <a:latin typeface="Bookman Old Style"/>
              <a:ea typeface="Bookman Old Style"/>
              <a:cs typeface="Bookman Old Style"/>
              <a:sym typeface="Bookman Old Style"/>
            </a:endParaRPr>
          </a:p>
          <a:p>
            <a:pPr marL="0" lvl="0" indent="0" algn="l" rtl="0">
              <a:lnSpc>
                <a:spcPct val="100000"/>
              </a:lnSpc>
              <a:spcBef>
                <a:spcPts val="0"/>
              </a:spcBef>
              <a:spcAft>
                <a:spcPts val="0"/>
              </a:spcAft>
              <a:buClr>
                <a:srgbClr val="000000"/>
              </a:buClr>
              <a:buSzPct val="333333"/>
              <a:buFont typeface="Arial"/>
              <a:buNone/>
            </a:pPr>
            <a:endParaRPr sz="1800" b="0">
              <a:solidFill>
                <a:srgbClr val="000000"/>
              </a:solidFill>
              <a:latin typeface="Bookman Old Style"/>
              <a:ea typeface="Bookman Old Style"/>
              <a:cs typeface="Bookman Old Style"/>
              <a:sym typeface="Bookman Old Style"/>
            </a:endParaRPr>
          </a:p>
          <a:p>
            <a:pPr marL="0" lvl="0" indent="0" algn="ctr" rtl="0">
              <a:lnSpc>
                <a:spcPct val="100000"/>
              </a:lnSpc>
              <a:spcBef>
                <a:spcPts val="0"/>
              </a:spcBef>
              <a:spcAft>
                <a:spcPts val="0"/>
              </a:spcAft>
              <a:buClr>
                <a:srgbClr val="000000"/>
              </a:buClr>
              <a:buSzPct val="313971"/>
              <a:buFont typeface="Arial"/>
              <a:buNone/>
            </a:pPr>
            <a:endParaRPr sz="1911" b="0">
              <a:solidFill>
                <a:srgbClr val="000000"/>
              </a:solidFill>
              <a:latin typeface="Georgia"/>
              <a:ea typeface="Georgia"/>
              <a:cs typeface="Georgia"/>
              <a:sym typeface="Georgia"/>
            </a:endParaRPr>
          </a:p>
          <a:p>
            <a:pPr marL="0" lvl="0" indent="0" algn="ctr" rtl="0">
              <a:lnSpc>
                <a:spcPct val="100000"/>
              </a:lnSpc>
              <a:spcBef>
                <a:spcPts val="0"/>
              </a:spcBef>
              <a:spcAft>
                <a:spcPts val="0"/>
              </a:spcAft>
              <a:buSzPct val="284225"/>
              <a:buNone/>
            </a:pPr>
            <a:r>
              <a:rPr lang="en-GB" sz="2111">
                <a:solidFill>
                  <a:srgbClr val="000000"/>
                </a:solidFill>
                <a:latin typeface="Georgia"/>
                <a:ea typeface="Georgia"/>
                <a:cs typeface="Georgia"/>
                <a:sym typeface="Georgia"/>
              </a:rPr>
              <a:t>IOT Enabled Prototyping</a:t>
            </a:r>
            <a:endParaRPr sz="1511" b="0">
              <a:solidFill>
                <a:srgbClr val="000000"/>
              </a:solidFill>
              <a:latin typeface="Georgia"/>
              <a:ea typeface="Georgia"/>
              <a:cs typeface="Georgia"/>
              <a:sym typeface="Georgia"/>
            </a:endParaRPr>
          </a:p>
          <a:p>
            <a:pPr marL="0" lvl="0" indent="0" algn="ctr" rtl="0">
              <a:lnSpc>
                <a:spcPct val="100000"/>
              </a:lnSpc>
              <a:spcBef>
                <a:spcPts val="0"/>
              </a:spcBef>
              <a:spcAft>
                <a:spcPts val="0"/>
              </a:spcAft>
              <a:buSzPct val="350672"/>
              <a:buNone/>
            </a:pPr>
            <a:r>
              <a:rPr lang="en-GB" sz="1711" b="0">
                <a:solidFill>
                  <a:srgbClr val="000000"/>
                </a:solidFill>
                <a:latin typeface="Georgia"/>
                <a:ea typeface="Georgia"/>
                <a:cs typeface="Georgia"/>
                <a:sym typeface="Georgia"/>
              </a:rPr>
              <a:t>Subject Code: 22IEP38</a:t>
            </a:r>
            <a:endParaRPr sz="1511" b="0">
              <a:solidFill>
                <a:srgbClr val="000000"/>
              </a:solidFill>
              <a:latin typeface="Georgia"/>
              <a:ea typeface="Georgia"/>
              <a:cs typeface="Georgia"/>
              <a:sym typeface="Georgia"/>
            </a:endParaRPr>
          </a:p>
          <a:p>
            <a:pPr marL="0" lvl="0" indent="0" algn="ctr" rtl="0">
              <a:lnSpc>
                <a:spcPct val="100000"/>
              </a:lnSpc>
              <a:spcBef>
                <a:spcPts val="0"/>
              </a:spcBef>
              <a:spcAft>
                <a:spcPts val="0"/>
              </a:spcAft>
              <a:buSzPct val="350672"/>
              <a:buNone/>
            </a:pPr>
            <a:endParaRPr sz="1711">
              <a:solidFill>
                <a:srgbClr val="000000"/>
              </a:solidFill>
              <a:latin typeface="Georgia"/>
              <a:ea typeface="Georgia"/>
              <a:cs typeface="Georgia"/>
              <a:sym typeface="Georgia"/>
            </a:endParaRPr>
          </a:p>
        </p:txBody>
      </p:sp>
      <p:sp>
        <p:nvSpPr>
          <p:cNvPr id="63" name="Google Shape;63;p12"/>
          <p:cNvSpPr txBox="1">
            <a:spLocks noGrp="1"/>
          </p:cNvSpPr>
          <p:nvPr>
            <p:ph type="subTitle" idx="1"/>
          </p:nvPr>
        </p:nvSpPr>
        <p:spPr>
          <a:xfrm>
            <a:off x="1401500" y="822775"/>
            <a:ext cx="6852000" cy="2774863"/>
          </a:xfrm>
          <a:prstGeom prst="rect">
            <a:avLst/>
          </a:prstGeom>
          <a:noFill/>
          <a:ln>
            <a:noFill/>
          </a:ln>
        </p:spPr>
        <p:txBody>
          <a:bodyPr spcFirstLastPara="1" wrap="square" lIns="91425" tIns="91425" rIns="91425" bIns="91425" anchor="t" anchorCtr="0">
            <a:normAutofit fontScale="32500" lnSpcReduction="20000"/>
          </a:bodyPr>
          <a:lstStyle/>
          <a:p>
            <a:pPr marL="0" lvl="0" indent="0" algn="ctr" rtl="0">
              <a:lnSpc>
                <a:spcPct val="624181"/>
              </a:lnSpc>
              <a:spcBef>
                <a:spcPts val="0"/>
              </a:spcBef>
              <a:spcAft>
                <a:spcPts val="0"/>
              </a:spcAft>
              <a:buSzPct val="134265"/>
              <a:buNone/>
            </a:pPr>
            <a:r>
              <a:rPr lang="en-GB" sz="7150" dirty="0">
                <a:solidFill>
                  <a:srgbClr val="F8AC2A"/>
                </a:solidFill>
                <a:latin typeface="Arial"/>
                <a:ea typeface="Arial"/>
                <a:cs typeface="Arial"/>
                <a:sym typeface="Arial"/>
              </a:rPr>
              <a:t>Automatic Plant Watering System</a:t>
            </a:r>
          </a:p>
          <a:p>
            <a:pPr marL="0" lvl="0" indent="0" algn="ctr" rtl="0">
              <a:lnSpc>
                <a:spcPct val="624181"/>
              </a:lnSpc>
              <a:spcBef>
                <a:spcPts val="0"/>
              </a:spcBef>
              <a:spcAft>
                <a:spcPts val="0"/>
              </a:spcAft>
              <a:buSzPct val="134265"/>
              <a:buNone/>
            </a:pPr>
            <a:endParaRPr sz="7150" dirty="0">
              <a:solidFill>
                <a:srgbClr val="F8AC2A"/>
              </a:solidFill>
              <a:latin typeface="Arial"/>
              <a:ea typeface="Arial"/>
              <a:cs typeface="Arial"/>
              <a:sym typeface="Arial"/>
            </a:endParaRPr>
          </a:p>
          <a:p>
            <a:pPr marL="0" lvl="0" indent="0" algn="ctr" rtl="0">
              <a:lnSpc>
                <a:spcPct val="100000"/>
              </a:lnSpc>
              <a:spcBef>
                <a:spcPts val="0"/>
              </a:spcBef>
              <a:spcAft>
                <a:spcPts val="0"/>
              </a:spcAft>
              <a:buSzPct val="100000"/>
              <a:buNone/>
            </a:pPr>
            <a:endParaRPr dirty="0"/>
          </a:p>
        </p:txBody>
      </p:sp>
      <p:pic>
        <p:nvPicPr>
          <p:cNvPr id="64" name="Google Shape;64;p12" descr="Logo&#10;&#10;Description automatically generated"/>
          <p:cNvPicPr preferRelativeResize="0"/>
          <p:nvPr/>
        </p:nvPicPr>
        <p:blipFill rotWithShape="1">
          <a:blip r:embed="rId3">
            <a:alphaModFix/>
          </a:blip>
          <a:srcRect/>
          <a:stretch/>
        </p:blipFill>
        <p:spPr>
          <a:xfrm>
            <a:off x="78975" y="143806"/>
            <a:ext cx="1428750" cy="1319213"/>
          </a:xfrm>
          <a:prstGeom prst="rect">
            <a:avLst/>
          </a:prstGeom>
          <a:noFill/>
          <a:ln>
            <a:noFill/>
          </a:ln>
        </p:spPr>
      </p:pic>
      <p:sp>
        <p:nvSpPr>
          <p:cNvPr id="65" name="Google Shape;65;p12"/>
          <p:cNvSpPr txBox="1"/>
          <p:nvPr/>
        </p:nvSpPr>
        <p:spPr>
          <a:xfrm>
            <a:off x="463550" y="143800"/>
            <a:ext cx="82179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100"/>
              <a:buFont typeface="Arial"/>
              <a:buNone/>
            </a:pPr>
            <a:r>
              <a:rPr lang="en-GB" sz="2100" b="1" i="0" u="none" strike="noStrike" cap="none">
                <a:solidFill>
                  <a:srgbClr val="002060"/>
                </a:solidFill>
                <a:latin typeface="Bookman Old Style"/>
                <a:ea typeface="Bookman Old Style"/>
                <a:cs typeface="Bookman Old Style"/>
                <a:sym typeface="Bookman Old Style"/>
              </a:rPr>
              <a:t>St Joseph Engineering College – Mangaluru</a:t>
            </a:r>
            <a:r>
              <a:rPr lang="en-GB" sz="1500" b="0" i="0" u="none" strike="noStrike" cap="none">
                <a:solidFill>
                  <a:srgbClr val="000000"/>
                </a:solidFill>
                <a:latin typeface="Bookman Old Style"/>
                <a:ea typeface="Bookman Old Style"/>
                <a:cs typeface="Bookman Old Style"/>
                <a:sym typeface="Bookman Old Style"/>
              </a:rPr>
              <a:t>.</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500"/>
              <a:buFont typeface="Arial"/>
              <a:buNone/>
            </a:pPr>
            <a:r>
              <a:rPr lang="en-GB" sz="1500" b="1" i="0" u="none" strike="noStrike" cap="none">
                <a:solidFill>
                  <a:srgbClr val="000000"/>
                </a:solidFill>
                <a:latin typeface="Bookman Old Style"/>
                <a:ea typeface="Bookman Old Style"/>
                <a:cs typeface="Bookman Old Style"/>
                <a:sym typeface="Bookman Old Style"/>
              </a:rPr>
              <a:t>An Autonomous Institution </a:t>
            </a:r>
            <a:endParaRPr sz="1400" b="0" i="0" u="none" strike="noStrike" cap="none">
              <a:solidFill>
                <a:srgbClr val="000000"/>
              </a:solidFill>
              <a:latin typeface="Lato"/>
              <a:ea typeface="Lato"/>
              <a:cs typeface="Lato"/>
              <a:sym typeface="Lato"/>
            </a:endParaRPr>
          </a:p>
        </p:txBody>
      </p:sp>
      <p:pic>
        <p:nvPicPr>
          <p:cNvPr id="66" name="Google Shape;66;p12" descr="Logo&#10;&#10;Description automatically generated"/>
          <p:cNvPicPr preferRelativeResize="0"/>
          <p:nvPr/>
        </p:nvPicPr>
        <p:blipFill rotWithShape="1">
          <a:blip r:embed="rId4">
            <a:alphaModFix/>
          </a:blip>
          <a:srcRect/>
          <a:stretch/>
        </p:blipFill>
        <p:spPr>
          <a:xfrm>
            <a:off x="7679089" y="143806"/>
            <a:ext cx="1319213" cy="1319213"/>
          </a:xfrm>
          <a:prstGeom prst="rect">
            <a:avLst/>
          </a:prstGeom>
          <a:noFill/>
          <a:ln>
            <a:noFill/>
          </a:ln>
        </p:spPr>
      </p:pic>
      <p:sp>
        <p:nvSpPr>
          <p:cNvPr id="67" name="Google Shape;67;p12"/>
          <p:cNvSpPr txBox="1"/>
          <p:nvPr/>
        </p:nvSpPr>
        <p:spPr>
          <a:xfrm>
            <a:off x="191700" y="4298848"/>
            <a:ext cx="8760600" cy="492600"/>
          </a:xfrm>
          <a:prstGeom prst="rect">
            <a:avLst/>
          </a:prstGeom>
          <a:noFill/>
          <a:ln>
            <a:noFill/>
          </a:ln>
        </p:spPr>
        <p:txBody>
          <a:bodyPr spcFirstLastPara="1" wrap="square" lIns="91425" tIns="91425" rIns="91425" bIns="91425" anchor="t" anchorCtr="0">
            <a:spAutoFit/>
          </a:bodyPr>
          <a:lstStyle/>
          <a:p>
            <a:pPr marL="90488" marR="0" lvl="0" indent="-28575" algn="l" rtl="0">
              <a:lnSpc>
                <a:spcPct val="100000"/>
              </a:lnSpc>
              <a:spcBef>
                <a:spcPts val="0"/>
              </a:spcBef>
              <a:spcAft>
                <a:spcPts val="0"/>
              </a:spcAft>
              <a:buClr>
                <a:srgbClr val="000000"/>
              </a:buClr>
              <a:buSzPts val="2000"/>
              <a:buFont typeface="Arial"/>
              <a:buNone/>
            </a:pPr>
            <a:r>
              <a:rPr lang="en-GB" sz="2000" b="0" i="0" u="none" strike="noStrike" cap="none" dirty="0">
                <a:solidFill>
                  <a:srgbClr val="4A86E8"/>
                </a:solidFill>
                <a:latin typeface="Lexend"/>
                <a:ea typeface="Lexend"/>
                <a:cs typeface="Lexend"/>
                <a:sym typeface="Lexend"/>
              </a:rPr>
              <a:t>CLASS- 3</a:t>
            </a:r>
            <a:r>
              <a:rPr lang="en-GB" sz="2000" b="0" i="0" u="none" strike="noStrike" cap="none" baseline="30000" dirty="0">
                <a:solidFill>
                  <a:srgbClr val="4A86E8"/>
                </a:solidFill>
                <a:latin typeface="Lexend"/>
                <a:ea typeface="Lexend"/>
                <a:cs typeface="Lexend"/>
                <a:sym typeface="Lexend"/>
              </a:rPr>
              <a:t>rd</a:t>
            </a:r>
            <a:r>
              <a:rPr lang="en-GB" sz="2000" b="0" i="0" u="none" strike="noStrike" cap="none" dirty="0">
                <a:solidFill>
                  <a:srgbClr val="4A86E8"/>
                </a:solidFill>
                <a:latin typeface="Lexend"/>
                <a:ea typeface="Lexend"/>
                <a:cs typeface="Lexend"/>
                <a:sym typeface="Lexend"/>
              </a:rPr>
              <a:t>  SEM	SECTION: A	BRANCH:ECE </a:t>
            </a:r>
            <a:endParaRPr sz="2000" b="0" i="0" u="none" strike="noStrike" cap="none" dirty="0">
              <a:solidFill>
                <a:srgbClr val="4A86E8"/>
              </a:solidFill>
              <a:latin typeface="Lexend"/>
              <a:ea typeface="Lexend"/>
              <a:cs typeface="Lexend"/>
              <a:sym typeface="Lexend"/>
            </a:endParaRPr>
          </a:p>
        </p:txBody>
      </p:sp>
      <p:sp>
        <p:nvSpPr>
          <p:cNvPr id="68" name="Google Shape;68;p12"/>
          <p:cNvSpPr txBox="1"/>
          <p:nvPr/>
        </p:nvSpPr>
        <p:spPr>
          <a:xfrm>
            <a:off x="3683030" y="3212770"/>
            <a:ext cx="1131900" cy="8925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GB" sz="1200" b="0" i="0" u="sng" strike="noStrike" cap="none" dirty="0">
                <a:solidFill>
                  <a:srgbClr val="000000"/>
                </a:solidFill>
                <a:latin typeface="Arial"/>
                <a:ea typeface="Arial"/>
                <a:cs typeface="Arial"/>
                <a:sym typeface="Arial"/>
              </a:rPr>
              <a:t>Guided by</a:t>
            </a:r>
            <a:endParaRPr sz="1400" b="0" i="0" u="sng"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dirty="0">
                <a:solidFill>
                  <a:srgbClr val="000000"/>
                </a:solidFill>
                <a:latin typeface="Arial"/>
                <a:ea typeface="Arial"/>
                <a:cs typeface="Arial"/>
                <a:sym typeface="Arial"/>
              </a:rPr>
              <a:t>Prasad S M</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3"/>
          <p:cNvSpPr txBox="1">
            <a:spLocks noGrp="1"/>
          </p:cNvSpPr>
          <p:nvPr>
            <p:ph type="title"/>
          </p:nvPr>
        </p:nvSpPr>
        <p:spPr>
          <a:xfrm>
            <a:off x="311700" y="187025"/>
            <a:ext cx="8520600" cy="9654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ts val="891"/>
              <a:buNone/>
            </a:pPr>
            <a:r>
              <a:rPr lang="en-GB" sz="4751" u="sng">
                <a:solidFill>
                  <a:srgbClr val="B4A7D6"/>
                </a:solidFill>
              </a:rPr>
              <a:t>TEAM INFO</a:t>
            </a:r>
            <a:endParaRPr sz="4751" u="sng">
              <a:solidFill>
                <a:srgbClr val="B4A7D6"/>
              </a:solidFill>
            </a:endParaRPr>
          </a:p>
          <a:p>
            <a:pPr marL="0" lvl="0" indent="0" algn="l" rtl="0">
              <a:lnSpc>
                <a:spcPct val="100000"/>
              </a:lnSpc>
              <a:spcBef>
                <a:spcPts val="0"/>
              </a:spcBef>
              <a:spcAft>
                <a:spcPts val="0"/>
              </a:spcAft>
              <a:buSzPct val="37500"/>
              <a:buNone/>
            </a:pPr>
            <a:r>
              <a:rPr lang="en-GB" sz="2640"/>
              <a:t>TEAM LEADER :</a:t>
            </a:r>
            <a:endParaRPr sz="2640"/>
          </a:p>
        </p:txBody>
      </p:sp>
      <p:graphicFrame>
        <p:nvGraphicFramePr>
          <p:cNvPr id="74" name="Google Shape;74;p13"/>
          <p:cNvGraphicFramePr/>
          <p:nvPr>
            <p:extLst>
              <p:ext uri="{D42A27DB-BD31-4B8C-83A1-F6EECF244321}">
                <p14:modId xmlns:p14="http://schemas.microsoft.com/office/powerpoint/2010/main" val="58412285"/>
              </p:ext>
            </p:extLst>
          </p:nvPr>
        </p:nvGraphicFramePr>
        <p:xfrm>
          <a:off x="311700" y="1368835"/>
          <a:ext cx="8222475" cy="2834460"/>
        </p:xfrm>
        <a:graphic>
          <a:graphicData uri="http://schemas.openxmlformats.org/drawingml/2006/table">
            <a:tbl>
              <a:tblPr>
                <a:noFill/>
                <a:tableStyleId>{95A39D7A-7407-4FE9-84DF-20CA7B08F12F}</a:tableStyleId>
              </a:tblPr>
              <a:tblGrid>
                <a:gridCol w="973500">
                  <a:extLst>
                    <a:ext uri="{9D8B030D-6E8A-4147-A177-3AD203B41FA5}">
                      <a16:colId xmlns:a16="http://schemas.microsoft.com/office/drawing/2014/main" val="20000"/>
                    </a:ext>
                  </a:extLst>
                </a:gridCol>
                <a:gridCol w="4508150">
                  <a:extLst>
                    <a:ext uri="{9D8B030D-6E8A-4147-A177-3AD203B41FA5}">
                      <a16:colId xmlns:a16="http://schemas.microsoft.com/office/drawing/2014/main" val="20001"/>
                    </a:ext>
                  </a:extLst>
                </a:gridCol>
                <a:gridCol w="2740825">
                  <a:extLst>
                    <a:ext uri="{9D8B030D-6E8A-4147-A177-3AD203B41FA5}">
                      <a16:colId xmlns:a16="http://schemas.microsoft.com/office/drawing/2014/main" val="20002"/>
                    </a:ext>
                  </a:extLst>
                </a:gridCol>
              </a:tblGrid>
              <a:tr h="465525">
                <a:tc>
                  <a:txBody>
                    <a:bodyPr/>
                    <a:lstStyle/>
                    <a:p>
                      <a:pPr marL="0" marR="0" lvl="0" indent="0" algn="ctr" rtl="0">
                        <a:lnSpc>
                          <a:spcPct val="100000"/>
                        </a:lnSpc>
                        <a:spcBef>
                          <a:spcPts val="0"/>
                        </a:spcBef>
                        <a:spcAft>
                          <a:spcPts val="0"/>
                        </a:spcAft>
                        <a:buClr>
                          <a:srgbClr val="000000"/>
                        </a:buClr>
                        <a:buSzPts val="1900"/>
                        <a:buFont typeface="Arial"/>
                        <a:buNone/>
                      </a:pPr>
                      <a:r>
                        <a:rPr lang="en-GB" sz="1900" b="1" u="none" strike="noStrike" cap="none">
                          <a:latin typeface="Open Sans"/>
                          <a:ea typeface="Open Sans"/>
                          <a:cs typeface="Open Sans"/>
                          <a:sym typeface="Open Sans"/>
                        </a:rPr>
                        <a:t>S.NO</a:t>
                      </a:r>
                      <a:endParaRPr sz="1900" b="1" u="none" strike="noStrike" cap="none">
                        <a:latin typeface="Open Sans"/>
                        <a:ea typeface="Open Sans"/>
                        <a:cs typeface="Open Sans"/>
                        <a:sym typeface="Open Sans"/>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900"/>
                        <a:buFont typeface="Arial"/>
                        <a:buNone/>
                      </a:pPr>
                      <a:r>
                        <a:rPr lang="en-GB" sz="1900" b="1" u="none" strike="noStrike" cap="none">
                          <a:latin typeface="Open Sans"/>
                          <a:ea typeface="Open Sans"/>
                          <a:cs typeface="Open Sans"/>
                          <a:sym typeface="Open Sans"/>
                        </a:rPr>
                        <a:t>NAME</a:t>
                      </a:r>
                      <a:endParaRPr sz="1900" b="1" u="none" strike="noStrike" cap="none">
                        <a:latin typeface="Open Sans"/>
                        <a:ea typeface="Open Sans"/>
                        <a:cs typeface="Open Sans"/>
                        <a:sym typeface="Open Sans"/>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900"/>
                        <a:buFont typeface="Arial"/>
                        <a:buNone/>
                      </a:pPr>
                      <a:r>
                        <a:rPr lang="en-GB" sz="1900" b="1" u="none" strike="noStrike" cap="none">
                          <a:latin typeface="Open Sans"/>
                          <a:ea typeface="Open Sans"/>
                          <a:cs typeface="Open Sans"/>
                          <a:sym typeface="Open Sans"/>
                        </a:rPr>
                        <a:t>USN</a:t>
                      </a:r>
                      <a:endParaRPr sz="1900" b="1" u="none" strike="noStrike" cap="none">
                        <a:latin typeface="Open Sans"/>
                        <a:ea typeface="Open Sans"/>
                        <a:cs typeface="Open Sans"/>
                        <a:sym typeface="Open Sans"/>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65525">
                <a:tc>
                  <a:txBody>
                    <a:bodyPr/>
                    <a:lstStyle/>
                    <a:p>
                      <a:pPr marL="0" marR="0" lvl="0" indent="0" algn="ctr" rtl="0">
                        <a:lnSpc>
                          <a:spcPct val="100000"/>
                        </a:lnSpc>
                        <a:spcBef>
                          <a:spcPts val="0"/>
                        </a:spcBef>
                        <a:spcAft>
                          <a:spcPts val="0"/>
                        </a:spcAft>
                        <a:buClr>
                          <a:srgbClr val="000000"/>
                        </a:buClr>
                        <a:buSzPts val="1900"/>
                        <a:buFont typeface="Arial"/>
                        <a:buNone/>
                      </a:pPr>
                      <a:r>
                        <a:rPr lang="en-GB" sz="1900" b="1" u="none" strike="noStrike" cap="none">
                          <a:latin typeface="Open Sans"/>
                          <a:ea typeface="Open Sans"/>
                          <a:cs typeface="Open Sans"/>
                          <a:sym typeface="Open Sans"/>
                        </a:rPr>
                        <a:t>1</a:t>
                      </a:r>
                      <a:endParaRPr sz="1900" b="1" u="none" strike="noStrike" cap="none">
                        <a:latin typeface="Open Sans"/>
                        <a:ea typeface="Open Sans"/>
                        <a:cs typeface="Open Sans"/>
                        <a:sym typeface="Open Sans"/>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900"/>
                        <a:buFont typeface="Arial"/>
                        <a:buNone/>
                      </a:pPr>
                      <a:r>
                        <a:rPr lang="en-GB" sz="1900" b="1" u="none" strike="noStrike" cap="none" dirty="0">
                          <a:latin typeface="Open Sans"/>
                          <a:ea typeface="Open Sans"/>
                          <a:cs typeface="Open Sans"/>
                          <a:sym typeface="Open Sans"/>
                        </a:rPr>
                        <a:t>Frenny Chrystal Saldanha</a:t>
                      </a:r>
                      <a:endParaRPr sz="1900" b="1" u="none" strike="noStrike" cap="none" dirty="0">
                        <a:latin typeface="Open Sans"/>
                        <a:ea typeface="Open Sans"/>
                        <a:cs typeface="Open Sans"/>
                        <a:sym typeface="Open Sans"/>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900"/>
                        <a:buFont typeface="Arial"/>
                        <a:buNone/>
                      </a:pPr>
                      <a:r>
                        <a:rPr lang="en-GB" sz="1900" b="1" u="none" strike="noStrike" cap="none" dirty="0">
                          <a:latin typeface="Open Sans"/>
                          <a:ea typeface="Open Sans"/>
                          <a:cs typeface="Open Sans"/>
                          <a:sym typeface="Open Sans"/>
                        </a:rPr>
                        <a:t>4SO23EC028</a:t>
                      </a:r>
                      <a:endParaRPr sz="1900" b="1" u="none" strike="noStrike" cap="none" dirty="0">
                        <a:latin typeface="Open Sans"/>
                        <a:ea typeface="Open Sans"/>
                        <a:cs typeface="Open Sans"/>
                        <a:sym typeface="Open Sans"/>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65525">
                <a:tc>
                  <a:txBody>
                    <a:bodyPr/>
                    <a:lstStyle/>
                    <a:p>
                      <a:pPr marL="0" marR="0" lvl="0" indent="0" algn="ctr" rtl="0">
                        <a:lnSpc>
                          <a:spcPct val="100000"/>
                        </a:lnSpc>
                        <a:spcBef>
                          <a:spcPts val="0"/>
                        </a:spcBef>
                        <a:spcAft>
                          <a:spcPts val="0"/>
                        </a:spcAft>
                        <a:buClr>
                          <a:srgbClr val="000000"/>
                        </a:buClr>
                        <a:buSzPts val="1900"/>
                        <a:buFont typeface="Arial"/>
                        <a:buNone/>
                      </a:pPr>
                      <a:r>
                        <a:rPr lang="en-GB" sz="1900" b="1" u="none" strike="noStrike" cap="none">
                          <a:latin typeface="Open Sans"/>
                          <a:ea typeface="Open Sans"/>
                          <a:cs typeface="Open Sans"/>
                          <a:sym typeface="Open Sans"/>
                        </a:rPr>
                        <a:t>2</a:t>
                      </a:r>
                      <a:endParaRPr sz="1900" b="1" u="none" strike="noStrike" cap="none" dirty="0">
                        <a:latin typeface="Open Sans"/>
                        <a:ea typeface="Open Sans"/>
                        <a:cs typeface="Open Sans"/>
                        <a:sym typeface="Open Sans"/>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900"/>
                        <a:buFont typeface="Arial"/>
                        <a:buNone/>
                      </a:pPr>
                      <a:r>
                        <a:rPr lang="en-GB" sz="1900" b="1" u="none" strike="noStrike" cap="none" dirty="0">
                          <a:latin typeface="Open Sans"/>
                          <a:ea typeface="Open Sans"/>
                          <a:cs typeface="Open Sans"/>
                          <a:sym typeface="Open Sans"/>
                        </a:rPr>
                        <a:t>Hani Mohammed Kaif</a:t>
                      </a:r>
                      <a:endParaRPr sz="1900" b="1" u="none" strike="noStrike" cap="none" dirty="0">
                        <a:latin typeface="Open Sans"/>
                        <a:ea typeface="Open Sans"/>
                        <a:cs typeface="Open Sans"/>
                        <a:sym typeface="Open Sans"/>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900"/>
                        <a:buFont typeface="Arial"/>
                        <a:buNone/>
                      </a:pPr>
                      <a:r>
                        <a:rPr lang="en-GB" sz="1900" b="1" u="none" strike="noStrike" cap="none" dirty="0">
                          <a:latin typeface="Open Sans"/>
                          <a:ea typeface="Open Sans"/>
                          <a:cs typeface="Open Sans"/>
                          <a:sym typeface="Open Sans"/>
                        </a:rPr>
                        <a:t>4SO23EC034</a:t>
                      </a:r>
                      <a:endParaRPr sz="1900" b="1" u="none" strike="noStrike" cap="none" dirty="0">
                        <a:latin typeface="Open Sans"/>
                        <a:ea typeface="Open Sans"/>
                        <a:cs typeface="Open Sans"/>
                        <a:sym typeface="Open Sans"/>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65525">
                <a:tc>
                  <a:txBody>
                    <a:bodyPr/>
                    <a:lstStyle/>
                    <a:p>
                      <a:pPr marL="0" marR="0" lvl="0" indent="0" algn="ctr" rtl="0">
                        <a:lnSpc>
                          <a:spcPct val="100000"/>
                        </a:lnSpc>
                        <a:spcBef>
                          <a:spcPts val="0"/>
                        </a:spcBef>
                        <a:spcAft>
                          <a:spcPts val="0"/>
                        </a:spcAft>
                        <a:buClr>
                          <a:srgbClr val="000000"/>
                        </a:buClr>
                        <a:buSzPts val="1900"/>
                        <a:buFont typeface="Arial"/>
                        <a:buNone/>
                      </a:pPr>
                      <a:r>
                        <a:rPr lang="en-GB" sz="1900" b="1" u="none" strike="noStrike" cap="none">
                          <a:latin typeface="Open Sans"/>
                          <a:ea typeface="Open Sans"/>
                          <a:cs typeface="Open Sans"/>
                          <a:sym typeface="Open Sans"/>
                        </a:rPr>
                        <a:t>3</a:t>
                      </a:r>
                      <a:endParaRPr sz="1900" b="1" u="none" strike="noStrike" cap="none">
                        <a:latin typeface="Open Sans"/>
                        <a:ea typeface="Open Sans"/>
                        <a:cs typeface="Open Sans"/>
                        <a:sym typeface="Open Sans"/>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900"/>
                        <a:buFont typeface="Arial"/>
                        <a:buNone/>
                      </a:pPr>
                      <a:r>
                        <a:rPr lang="en-GB" sz="1900" b="1" u="none" strike="noStrike" cap="none" dirty="0">
                          <a:latin typeface="Open Sans"/>
                          <a:ea typeface="Open Sans"/>
                          <a:cs typeface="Open Sans"/>
                          <a:sym typeface="Open Sans"/>
                        </a:rPr>
                        <a:t>Mohammed Shaheed</a:t>
                      </a:r>
                      <a:endParaRPr sz="1900" b="1" u="none" strike="noStrike" cap="none" dirty="0">
                        <a:latin typeface="Open Sans"/>
                        <a:ea typeface="Open Sans"/>
                        <a:cs typeface="Open Sans"/>
                        <a:sym typeface="Open Sans"/>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900"/>
                        <a:buFont typeface="Arial"/>
                        <a:buNone/>
                      </a:pPr>
                      <a:r>
                        <a:rPr lang="en-GB" sz="1900" b="1" u="none" strike="noStrike" cap="none" dirty="0">
                          <a:latin typeface="Open Sans"/>
                          <a:ea typeface="Open Sans"/>
                          <a:cs typeface="Open Sans"/>
                          <a:sym typeface="Open Sans"/>
                        </a:rPr>
                        <a:t>4SO23EC059</a:t>
                      </a:r>
                      <a:endParaRPr sz="1900" b="1" u="none" strike="noStrike" cap="none" dirty="0">
                        <a:latin typeface="Open Sans"/>
                        <a:ea typeface="Open Sans"/>
                        <a:cs typeface="Open Sans"/>
                        <a:sym typeface="Open Sans"/>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65525">
                <a:tc>
                  <a:txBody>
                    <a:bodyPr/>
                    <a:lstStyle/>
                    <a:p>
                      <a:pPr marL="0" marR="0" lvl="0" indent="0" algn="ctr" rtl="0">
                        <a:lnSpc>
                          <a:spcPct val="100000"/>
                        </a:lnSpc>
                        <a:spcBef>
                          <a:spcPts val="0"/>
                        </a:spcBef>
                        <a:spcAft>
                          <a:spcPts val="0"/>
                        </a:spcAft>
                        <a:buClr>
                          <a:srgbClr val="000000"/>
                        </a:buClr>
                        <a:buSzPts val="1900"/>
                        <a:buFont typeface="Arial"/>
                        <a:buNone/>
                      </a:pPr>
                      <a:r>
                        <a:rPr lang="en-GB" sz="1900" b="1" u="none" strike="noStrike" cap="none">
                          <a:latin typeface="Open Sans"/>
                          <a:ea typeface="Open Sans"/>
                          <a:cs typeface="Open Sans"/>
                          <a:sym typeface="Open Sans"/>
                        </a:rPr>
                        <a:t>4</a:t>
                      </a:r>
                      <a:endParaRPr sz="1900" b="1" u="none" strike="noStrike" cap="none">
                        <a:latin typeface="Open Sans"/>
                        <a:ea typeface="Open Sans"/>
                        <a:cs typeface="Open Sans"/>
                        <a:sym typeface="Open Sans"/>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900"/>
                        <a:buFont typeface="Arial"/>
                        <a:buNone/>
                      </a:pPr>
                      <a:r>
                        <a:rPr lang="en-GB" sz="1900" b="1" u="none" strike="noStrike" cap="none" dirty="0">
                          <a:latin typeface="Open Sans"/>
                          <a:ea typeface="Open Sans"/>
                          <a:cs typeface="Open Sans"/>
                          <a:sym typeface="Open Sans"/>
                        </a:rPr>
                        <a:t>Mohammed </a:t>
                      </a:r>
                      <a:r>
                        <a:rPr lang="en-GB" sz="1900" b="1" u="none" strike="noStrike" cap="none" dirty="0" err="1">
                          <a:latin typeface="Open Sans"/>
                          <a:ea typeface="Open Sans"/>
                          <a:cs typeface="Open Sans"/>
                          <a:sym typeface="Open Sans"/>
                        </a:rPr>
                        <a:t>Thaha</a:t>
                      </a:r>
                      <a:endParaRPr sz="1900" b="1" u="none" strike="noStrike" cap="none" dirty="0">
                        <a:latin typeface="Open Sans"/>
                        <a:ea typeface="Open Sans"/>
                        <a:cs typeface="Open Sans"/>
                        <a:sym typeface="Open Sans"/>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900"/>
                        <a:buFont typeface="Arial"/>
                        <a:buNone/>
                      </a:pPr>
                      <a:r>
                        <a:rPr lang="en-GB" sz="1900" b="1" u="none" strike="noStrike" cap="none" dirty="0">
                          <a:latin typeface="Open Sans"/>
                          <a:ea typeface="Open Sans"/>
                          <a:cs typeface="Open Sans"/>
                          <a:sym typeface="Open Sans"/>
                        </a:rPr>
                        <a:t>4SO23EC060</a:t>
                      </a:r>
                      <a:endParaRPr sz="1900" b="1" u="none" strike="noStrike" cap="none" dirty="0">
                        <a:latin typeface="Open Sans"/>
                        <a:ea typeface="Open Sans"/>
                        <a:cs typeface="Open Sans"/>
                        <a:sym typeface="Open Sans"/>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65525">
                <a:tc>
                  <a:txBody>
                    <a:bodyPr/>
                    <a:lstStyle/>
                    <a:p>
                      <a:pPr marL="0" marR="0" lvl="0" indent="0" algn="ctr" rtl="0">
                        <a:lnSpc>
                          <a:spcPct val="100000"/>
                        </a:lnSpc>
                        <a:spcBef>
                          <a:spcPts val="0"/>
                        </a:spcBef>
                        <a:spcAft>
                          <a:spcPts val="0"/>
                        </a:spcAft>
                        <a:buClr>
                          <a:srgbClr val="000000"/>
                        </a:buClr>
                        <a:buSzPts val="1900"/>
                        <a:buFont typeface="Arial"/>
                        <a:buNone/>
                      </a:pPr>
                      <a:r>
                        <a:rPr lang="en-GB" sz="1900" b="1" u="none" strike="noStrike" cap="none">
                          <a:latin typeface="Open Sans"/>
                          <a:ea typeface="Open Sans"/>
                          <a:cs typeface="Open Sans"/>
                          <a:sym typeface="Open Sans"/>
                        </a:rPr>
                        <a:t>5</a:t>
                      </a:r>
                      <a:endParaRPr sz="1900" b="1" u="none" strike="noStrike" cap="none">
                        <a:latin typeface="Open Sans"/>
                        <a:ea typeface="Open Sans"/>
                        <a:cs typeface="Open Sans"/>
                        <a:sym typeface="Open Sans"/>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900"/>
                        <a:buFont typeface="Arial"/>
                        <a:buNone/>
                      </a:pPr>
                      <a:r>
                        <a:rPr lang="en-GB" sz="1900" b="1" u="none" strike="noStrike" cap="none" dirty="0" err="1">
                          <a:latin typeface="Open Sans"/>
                          <a:ea typeface="Open Sans"/>
                          <a:cs typeface="Open Sans"/>
                          <a:sym typeface="Open Sans"/>
                        </a:rPr>
                        <a:t>Moosah</a:t>
                      </a:r>
                      <a:r>
                        <a:rPr lang="en-GB" sz="1900" b="1" u="none" strike="noStrike" cap="none" dirty="0">
                          <a:latin typeface="Open Sans"/>
                          <a:ea typeface="Open Sans"/>
                          <a:cs typeface="Open Sans"/>
                          <a:sym typeface="Open Sans"/>
                        </a:rPr>
                        <a:t> Mohammed Aqeel</a:t>
                      </a:r>
                      <a:endParaRPr sz="1900" b="1" u="none" strike="noStrike" cap="none" dirty="0">
                        <a:latin typeface="Open Sans"/>
                        <a:ea typeface="Open Sans"/>
                        <a:cs typeface="Open Sans"/>
                        <a:sym typeface="Open Sans"/>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900"/>
                        <a:buFont typeface="Arial"/>
                        <a:buNone/>
                      </a:pPr>
                      <a:r>
                        <a:rPr lang="en-GB" sz="1900" b="1" u="none" strike="noStrike" cap="none" dirty="0">
                          <a:latin typeface="Open Sans"/>
                          <a:ea typeface="Open Sans"/>
                          <a:cs typeface="Open Sans"/>
                          <a:sym typeface="Open Sans"/>
                        </a:rPr>
                        <a:t>4SO23EC061</a:t>
                      </a:r>
                      <a:endParaRPr sz="1900" b="1" u="none" strike="noStrike" cap="none" dirty="0">
                        <a:latin typeface="Open Sans"/>
                        <a:ea typeface="Open Sans"/>
                        <a:cs typeface="Open Sans"/>
                        <a:sym typeface="Open Sans"/>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409125" y="50347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u="sng"/>
              <a:t>Introduction</a:t>
            </a:r>
            <a:r>
              <a:rPr lang="en-GB"/>
              <a:t> :</a:t>
            </a:r>
            <a:endParaRPr/>
          </a:p>
        </p:txBody>
      </p:sp>
      <p:sp>
        <p:nvSpPr>
          <p:cNvPr id="80" name="Google Shape;80;p14"/>
          <p:cNvSpPr txBox="1">
            <a:spLocks noGrp="1"/>
          </p:cNvSpPr>
          <p:nvPr>
            <p:ph type="body" idx="1"/>
          </p:nvPr>
        </p:nvSpPr>
        <p:spPr>
          <a:xfrm>
            <a:off x="214275" y="1111831"/>
            <a:ext cx="8520600" cy="3966900"/>
          </a:xfrm>
          <a:prstGeom prst="rect">
            <a:avLst/>
          </a:prstGeom>
          <a:noFill/>
          <a:ln>
            <a:noFill/>
          </a:ln>
        </p:spPr>
        <p:txBody>
          <a:bodyPr spcFirstLastPara="1" wrap="square" lIns="91425" tIns="91425" rIns="91425" bIns="91425" anchor="t" anchorCtr="0">
            <a:normAutofit lnSpcReduction="10000"/>
          </a:bodyPr>
          <a:lstStyle/>
          <a:p>
            <a:pPr marL="285750" lvl="0" indent="-285750" algn="just" rtl="0">
              <a:lnSpc>
                <a:spcPct val="115000"/>
              </a:lnSpc>
              <a:spcBef>
                <a:spcPts val="1200"/>
              </a:spcBef>
              <a:spcAft>
                <a:spcPts val="1200"/>
              </a:spcAft>
              <a:buSzPts val="1800"/>
              <a:buFont typeface="Arial" panose="020B0604020202020204" pitchFamily="34" charset="0"/>
              <a:buChar char="•"/>
            </a:pPr>
            <a:r>
              <a:rPr lang="en-GB" sz="1700" dirty="0">
                <a:solidFill>
                  <a:srgbClr val="000000"/>
                </a:solidFill>
              </a:rPr>
              <a:t>We the members of group 7 are hereby presenting an AUTOMATIC PLANT WATERING SYSTEM .</a:t>
            </a:r>
          </a:p>
          <a:p>
            <a:pPr marL="285750" lvl="0" indent="-285750" algn="just" rtl="0">
              <a:lnSpc>
                <a:spcPct val="115000"/>
              </a:lnSpc>
              <a:spcBef>
                <a:spcPts val="1200"/>
              </a:spcBef>
              <a:spcAft>
                <a:spcPts val="1200"/>
              </a:spcAft>
              <a:buSzPts val="1800"/>
              <a:buFont typeface="Arial" panose="020B0604020202020204" pitchFamily="34" charset="0"/>
              <a:buChar char="•"/>
            </a:pPr>
            <a:r>
              <a:rPr lang="en-GB" sz="1700" dirty="0">
                <a:solidFill>
                  <a:srgbClr val="000000"/>
                </a:solidFill>
              </a:rPr>
              <a:t>This system is very beneficial for all the people who are a great enthusiasts of gardening but they are not able to do it because of their hectic schedule.</a:t>
            </a:r>
          </a:p>
          <a:p>
            <a:pPr marL="285750" lvl="0" indent="-285750" algn="just" rtl="0">
              <a:lnSpc>
                <a:spcPct val="115000"/>
              </a:lnSpc>
              <a:spcBef>
                <a:spcPts val="1200"/>
              </a:spcBef>
              <a:spcAft>
                <a:spcPts val="1200"/>
              </a:spcAft>
              <a:buSzPts val="1800"/>
              <a:buFont typeface="Arial" panose="020B0604020202020204" pitchFamily="34" charset="0"/>
              <a:buChar char="•"/>
            </a:pPr>
            <a:r>
              <a:rPr lang="en-GB" sz="1700" dirty="0">
                <a:solidFill>
                  <a:srgbClr val="000000"/>
                </a:solidFill>
              </a:rPr>
              <a:t>So here we are presenting you a most convenient method of watering your plants effortlessly using modern technology of science.</a:t>
            </a:r>
          </a:p>
          <a:p>
            <a:pPr marL="285750" lvl="0" indent="-285750" algn="just" rtl="0">
              <a:lnSpc>
                <a:spcPct val="115000"/>
              </a:lnSpc>
              <a:spcBef>
                <a:spcPts val="1200"/>
              </a:spcBef>
              <a:spcAft>
                <a:spcPts val="1200"/>
              </a:spcAft>
              <a:buSzPts val="1800"/>
              <a:buFont typeface="Arial" panose="020B0604020202020204" pitchFamily="34" charset="0"/>
              <a:buChar char="•"/>
            </a:pPr>
            <a:r>
              <a:rPr lang="en-GB" sz="1700" dirty="0">
                <a:solidFill>
                  <a:srgbClr val="000000"/>
                </a:solidFill>
              </a:rPr>
              <a:t>We have also made sure to check the soil moisture for proper amount of water to be watered to the plants and no harm is caused to our most beautiful assets (plants).</a:t>
            </a:r>
          </a:p>
          <a:p>
            <a:pPr marL="285750" lvl="0" indent="-285750" algn="just" rtl="0">
              <a:lnSpc>
                <a:spcPct val="115000"/>
              </a:lnSpc>
              <a:spcBef>
                <a:spcPts val="1200"/>
              </a:spcBef>
              <a:spcAft>
                <a:spcPts val="1200"/>
              </a:spcAft>
              <a:buSzPts val="1800"/>
              <a:buFont typeface="Arial" panose="020B0604020202020204" pitchFamily="34" charset="0"/>
              <a:buChar char="•"/>
            </a:pPr>
            <a:endParaRPr sz="1700" dirty="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Objectives</a:t>
            </a:r>
            <a:endParaRPr lang="en-IN" dirty="0"/>
          </a:p>
        </p:txBody>
      </p:sp>
      <p:sp>
        <p:nvSpPr>
          <p:cNvPr id="3" name="Text Placeholder 2"/>
          <p:cNvSpPr>
            <a:spLocks noGrp="1"/>
          </p:cNvSpPr>
          <p:nvPr>
            <p:ph type="body" idx="1"/>
          </p:nvPr>
        </p:nvSpPr>
        <p:spPr/>
        <p:txBody>
          <a:bodyPr>
            <a:normAutofit fontScale="40000" lnSpcReduction="20000"/>
          </a:bodyPr>
          <a:lstStyle/>
          <a:p>
            <a:pPr marL="114300" indent="0">
              <a:buNone/>
            </a:pPr>
            <a:r>
              <a:rPr lang="en-GB" sz="4300" b="1" dirty="0"/>
              <a:t>1. Consistent Watering                          5.Convenience</a:t>
            </a:r>
          </a:p>
          <a:p>
            <a:pPr marL="114300" indent="0">
              <a:buNone/>
            </a:pPr>
            <a:r>
              <a:rPr lang="en-GB" sz="2800" b="1" dirty="0"/>
              <a:t>          Even moisture distribution                                                      Less manual effort</a:t>
            </a:r>
            <a:endParaRPr lang="en-GB" sz="2800" dirty="0"/>
          </a:p>
          <a:p>
            <a:pPr marL="114300" indent="0">
              <a:buNone/>
            </a:pPr>
            <a:r>
              <a:rPr lang="en-GB" sz="2800" b="1" dirty="0"/>
              <a:t>          Prevents over or under-watering   </a:t>
            </a:r>
          </a:p>
          <a:p>
            <a:pPr marL="114300" indent="0">
              <a:buNone/>
            </a:pPr>
            <a:r>
              <a:rPr lang="en-GB" sz="2800" b="1" dirty="0"/>
              <a:t>                                                                                                                                                             </a:t>
            </a:r>
            <a:endParaRPr lang="en-GB" sz="2800" dirty="0"/>
          </a:p>
          <a:p>
            <a:pPr marL="114300" indent="0">
              <a:buNone/>
            </a:pPr>
            <a:r>
              <a:rPr lang="en-GB" sz="4300" b="1" dirty="0"/>
              <a:t>2. Time-Saving                                          6.Enhanced property aesthetics </a:t>
            </a:r>
            <a:endParaRPr lang="en-GB" sz="2800" dirty="0"/>
          </a:p>
          <a:p>
            <a:pPr marL="114300" indent="0">
              <a:buNone/>
            </a:pPr>
            <a:r>
              <a:rPr lang="en-GB" sz="2800" b="1" dirty="0"/>
              <a:t>         Great for busy individuals     </a:t>
            </a:r>
          </a:p>
          <a:p>
            <a:pPr marL="114300" indent="0">
              <a:buNone/>
            </a:pPr>
            <a:r>
              <a:rPr lang="en-GB" sz="2800" b="1" dirty="0"/>
              <a:t>                                                                                                                                                                        </a:t>
            </a:r>
          </a:p>
          <a:p>
            <a:pPr marL="114300" indent="0">
              <a:buNone/>
            </a:pPr>
            <a:r>
              <a:rPr lang="en-GB" sz="4300" b="1" dirty="0"/>
              <a:t>3. Water Conservation                           7.Increase plant growth                                          </a:t>
            </a:r>
          </a:p>
          <a:p>
            <a:pPr marL="114300" indent="0">
              <a:buNone/>
            </a:pPr>
            <a:r>
              <a:rPr lang="en-GB" sz="2800" b="1" dirty="0"/>
              <a:t>          Efficient water use             </a:t>
            </a:r>
          </a:p>
          <a:p>
            <a:pPr marL="114300" indent="0">
              <a:buNone/>
            </a:pPr>
            <a:r>
              <a:rPr lang="en-GB" sz="2800" b="1" dirty="0"/>
              <a:t>          Eco-friendly                                                                                                      </a:t>
            </a:r>
          </a:p>
          <a:p>
            <a:pPr marL="114300" indent="0">
              <a:buNone/>
            </a:pPr>
            <a:endParaRPr lang="en-GB" sz="2800" dirty="0"/>
          </a:p>
          <a:p>
            <a:pPr marL="114300" indent="0">
              <a:buNone/>
            </a:pPr>
            <a:r>
              <a:rPr lang="en-GB" sz="4300" b="1" dirty="0"/>
              <a:t>4. Improved Plant Health                     </a:t>
            </a:r>
            <a:r>
              <a:rPr lang="en-GB" sz="4000" b="1" dirty="0"/>
              <a:t>8.Ideal for people who love to travel</a:t>
            </a:r>
          </a:p>
          <a:p>
            <a:pPr marL="114300" indent="0">
              <a:buNone/>
            </a:pPr>
            <a:r>
              <a:rPr lang="en-GB" sz="2800" b="1" dirty="0"/>
              <a:t>          Prevents stress                                                                                                 </a:t>
            </a:r>
            <a:endParaRPr lang="en-GB" sz="2800" dirty="0"/>
          </a:p>
          <a:p>
            <a:pPr marL="114300" indent="0">
              <a:buNone/>
            </a:pPr>
            <a:r>
              <a:rPr lang="en-GB" sz="2800" b="1" dirty="0"/>
              <a:t>          Better root development</a:t>
            </a:r>
            <a:endParaRPr lang="en-GB" sz="2800" dirty="0"/>
          </a:p>
        </p:txBody>
      </p:sp>
      <p:pic>
        <p:nvPicPr>
          <p:cNvPr id="10" name="Picture 9" descr="A person spraying plants on a shelf&#10;&#10;Description automatically generated">
            <a:extLst>
              <a:ext uri="{FF2B5EF4-FFF2-40B4-BE49-F238E27FC236}">
                <a16:creationId xmlns:a16="http://schemas.microsoft.com/office/drawing/2014/main" id="{9260860E-B288-98CF-B9D3-278DA801B834}"/>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6138446" y="0"/>
            <a:ext cx="3005553" cy="1584960"/>
          </a:xfrm>
          <a:prstGeom prst="rect">
            <a:avLst/>
          </a:prstGeom>
        </p:spPr>
      </p:pic>
      <p:pic>
        <p:nvPicPr>
          <p:cNvPr id="12" name="Picture 11" descr="A plant in a red container&#10;&#10;Description automatically generated">
            <a:extLst>
              <a:ext uri="{FF2B5EF4-FFF2-40B4-BE49-F238E27FC236}">
                <a16:creationId xmlns:a16="http://schemas.microsoft.com/office/drawing/2014/main" id="{98D7269C-CDD7-A068-2F25-BD39F9743B6E}"/>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7322820" y="3670935"/>
            <a:ext cx="1821180" cy="1365885"/>
          </a:xfrm>
          <a:prstGeom prst="rect">
            <a:avLst/>
          </a:prstGeom>
        </p:spPr>
      </p:pic>
      <p:sp>
        <p:nvSpPr>
          <p:cNvPr id="13" name="TextBox 12">
            <a:extLst>
              <a:ext uri="{FF2B5EF4-FFF2-40B4-BE49-F238E27FC236}">
                <a16:creationId xmlns:a16="http://schemas.microsoft.com/office/drawing/2014/main" id="{2E788599-7DA1-B5ED-1C69-44E41198A916}"/>
              </a:ext>
            </a:extLst>
          </p:cNvPr>
          <p:cNvSpPr txBox="1"/>
          <p:nvPr/>
        </p:nvSpPr>
        <p:spPr>
          <a:xfrm>
            <a:off x="7200900" y="6122997"/>
            <a:ext cx="1943100" cy="369332"/>
          </a:xfrm>
          <a:prstGeom prst="rect">
            <a:avLst/>
          </a:prstGeom>
          <a:noFill/>
        </p:spPr>
        <p:txBody>
          <a:bodyPr wrap="square" rtlCol="0">
            <a:spAutoFit/>
          </a:bodyPr>
          <a:lstStyle/>
          <a:p>
            <a:r>
              <a:rPr lang="en-US" sz="900">
                <a:hlinkClick r:id="rId5" tooltip="https://jpralves.net/post/2024/03/21/vegetative-state-self-watering-houseplant.html"/>
              </a:rPr>
              <a:t>This Photo</a:t>
            </a:r>
            <a:r>
              <a:rPr lang="en-US" sz="900"/>
              <a:t> by Unknown Author is licensed under </a:t>
            </a:r>
            <a:r>
              <a:rPr lang="en-US" sz="900">
                <a:hlinkClick r:id="rId6" tooltip="https://creativecommons.org/licenses/by-nc-nd/3.0/"/>
              </a:rPr>
              <a:t>CC BY-NC-ND</a:t>
            </a:r>
            <a:endParaRPr lang="en-US" sz="900"/>
          </a:p>
        </p:txBody>
      </p:sp>
    </p:spTree>
    <p:extLst>
      <p:ext uri="{BB962C8B-B14F-4D97-AF65-F5344CB8AC3E}">
        <p14:creationId xmlns:p14="http://schemas.microsoft.com/office/powerpoint/2010/main" val="93228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5"/>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t>Figurative Representation of the project model</a:t>
            </a:r>
            <a:br>
              <a:rPr lang="en-GB" sz="3600"/>
            </a:br>
            <a:endParaRPr/>
          </a:p>
        </p:txBody>
      </p:sp>
      <p:sp>
        <p:nvSpPr>
          <p:cNvPr id="86" name="Google Shape;86;p15"/>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p>
            <a:pPr marL="228600" lvl="0" indent="0" algn="just" rtl="0">
              <a:lnSpc>
                <a:spcPct val="115000"/>
              </a:lnSpc>
              <a:spcBef>
                <a:spcPts val="0"/>
              </a:spcBef>
              <a:spcAft>
                <a:spcPts val="0"/>
              </a:spcAft>
              <a:buSzPts val="1946"/>
              <a:buNone/>
            </a:pPr>
            <a:endParaRPr>
              <a:solidFill>
                <a:srgbClr val="000000"/>
              </a:solidFill>
              <a:latin typeface="Times New Roman"/>
              <a:ea typeface="Times New Roman"/>
              <a:cs typeface="Times New Roman"/>
              <a:sym typeface="Times New Roman"/>
            </a:endParaRPr>
          </a:p>
          <a:p>
            <a:pPr marL="457200" lvl="0" indent="-228600" algn="just" rtl="0">
              <a:lnSpc>
                <a:spcPct val="115000"/>
              </a:lnSpc>
              <a:spcBef>
                <a:spcPts val="0"/>
              </a:spcBef>
              <a:spcAft>
                <a:spcPts val="0"/>
              </a:spcAft>
              <a:buSzPts val="1800"/>
              <a:buNone/>
            </a:pPr>
            <a:endParaRPr>
              <a:solidFill>
                <a:srgbClr val="000000"/>
              </a:solidFill>
              <a:latin typeface="Times New Roman"/>
              <a:ea typeface="Times New Roman"/>
              <a:cs typeface="Times New Roman"/>
              <a:sym typeface="Times New Roman"/>
            </a:endParaRPr>
          </a:p>
        </p:txBody>
      </p:sp>
      <p:pic>
        <p:nvPicPr>
          <p:cNvPr id="3" name="Picture 2" descr="A circuit board with wires and a battery&#10;&#10;Description automatically generated">
            <a:extLst>
              <a:ext uri="{FF2B5EF4-FFF2-40B4-BE49-F238E27FC236}">
                <a16:creationId xmlns:a16="http://schemas.microsoft.com/office/drawing/2014/main" id="{73FA3E87-7A33-CF58-AAC2-84C1ECD6D8BB}"/>
              </a:ext>
            </a:extLst>
          </p:cNvPr>
          <p:cNvPicPr>
            <a:picLocks noChangeAspect="1"/>
          </p:cNvPicPr>
          <p:nvPr/>
        </p:nvPicPr>
        <p:blipFill>
          <a:blip r:embed="rId3"/>
          <a:stretch>
            <a:fillRect/>
          </a:stretch>
        </p:blipFill>
        <p:spPr>
          <a:xfrm>
            <a:off x="2162993" y="1035476"/>
            <a:ext cx="3353387" cy="357993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6"/>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sz="3600" dirty="0"/>
              <a:t>Operation of the project</a:t>
            </a:r>
            <a:br>
              <a:rPr lang="en-GB" sz="3600" dirty="0"/>
            </a:br>
            <a:endParaRPr lang="en-GB" dirty="0"/>
          </a:p>
        </p:txBody>
      </p:sp>
      <p:sp>
        <p:nvSpPr>
          <p:cNvPr id="92" name="Google Shape;92;p16"/>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fontScale="92500"/>
          </a:bodyPr>
          <a:lstStyle/>
          <a:p>
            <a:pPr marL="114300" indent="0">
              <a:buNone/>
            </a:pPr>
            <a:r>
              <a:rPr lang="en-GB" dirty="0"/>
              <a:t>The goal of the system is to automate the process of watering your plants by monitoring the moisture content of the soil. The system will trigger a water pump (driven by a mini motor) to water the plant only when the soil moisture drops below a specified threshold. The key components of the system include:</a:t>
            </a:r>
          </a:p>
          <a:p>
            <a:pPr>
              <a:buFont typeface="+mj-lt"/>
              <a:buAutoNum type="arabicPeriod"/>
            </a:pPr>
            <a:r>
              <a:rPr lang="en-GB" b="1" dirty="0"/>
              <a:t>Moisture Sensor</a:t>
            </a:r>
            <a:r>
              <a:rPr lang="en-GB" dirty="0"/>
              <a:t>: Measures the water content in the soil.</a:t>
            </a:r>
          </a:p>
          <a:p>
            <a:pPr>
              <a:buFont typeface="+mj-lt"/>
              <a:buAutoNum type="arabicPeriod"/>
            </a:pPr>
            <a:r>
              <a:rPr lang="en-GB" b="1" dirty="0"/>
              <a:t>Relay Module</a:t>
            </a:r>
            <a:r>
              <a:rPr lang="en-GB" dirty="0"/>
              <a:t>: Controls the water pump based on the signal received from the Arduino.</a:t>
            </a:r>
          </a:p>
          <a:p>
            <a:pPr>
              <a:buFont typeface="+mj-lt"/>
              <a:buAutoNum type="arabicPeriod"/>
            </a:pPr>
            <a:r>
              <a:rPr lang="en-GB" b="1" dirty="0"/>
              <a:t>Arduino Uno</a:t>
            </a:r>
            <a:r>
              <a:rPr lang="en-GB" dirty="0"/>
              <a:t>: Processes sensor data and controls the relay and motor.</a:t>
            </a:r>
          </a:p>
          <a:p>
            <a:pPr>
              <a:buFont typeface="+mj-lt"/>
              <a:buAutoNum type="arabicPeriod"/>
            </a:pPr>
            <a:r>
              <a:rPr lang="en-GB" b="1" dirty="0"/>
              <a:t>Mini Motor (Water Pump)</a:t>
            </a:r>
            <a:r>
              <a:rPr lang="en-GB" dirty="0"/>
              <a:t>: Used to pump water into the soil when needed.</a:t>
            </a:r>
          </a:p>
          <a:p>
            <a:pPr marL="457200" lvl="0" indent="-228600" algn="l" rtl="0">
              <a:lnSpc>
                <a:spcPct val="115000"/>
              </a:lnSpc>
              <a:spcBef>
                <a:spcPts val="0"/>
              </a:spcBef>
              <a:spcAft>
                <a:spcPts val="0"/>
              </a:spcAft>
              <a:buSzPts val="2118"/>
              <a:buNone/>
            </a:pPr>
            <a:endParaRPr dirty="0">
              <a:solidFill>
                <a:srgbClr val="000000"/>
              </a:solidFill>
              <a:latin typeface="Times New Roman"/>
              <a:ea typeface="Times New Roman"/>
              <a:cs typeface="Times New Roman"/>
              <a:sym typeface="Times New Roman"/>
            </a:endParaRPr>
          </a:p>
          <a:p>
            <a:pPr marL="457200" lvl="0" indent="-228600" algn="l" rtl="0">
              <a:lnSpc>
                <a:spcPct val="115000"/>
              </a:lnSpc>
              <a:spcBef>
                <a:spcPts val="0"/>
              </a:spcBef>
              <a:spcAft>
                <a:spcPts val="0"/>
              </a:spcAft>
              <a:buSzPts val="1800"/>
              <a:buNone/>
            </a:pPr>
            <a:endParaRPr dirty="0">
              <a:solidFill>
                <a:srgbClr val="00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Program</a:t>
            </a:r>
            <a:endParaRPr lang="en-IN" dirty="0"/>
          </a:p>
        </p:txBody>
      </p:sp>
      <p:sp>
        <p:nvSpPr>
          <p:cNvPr id="3" name="Text Placeholder 2"/>
          <p:cNvSpPr>
            <a:spLocks noGrp="1"/>
          </p:cNvSpPr>
          <p:nvPr>
            <p:ph type="body" idx="1"/>
          </p:nvPr>
        </p:nvSpPr>
        <p:spPr/>
        <p:txBody>
          <a:bodyPr>
            <a:normAutofit fontScale="25000" lnSpcReduction="20000"/>
          </a:bodyPr>
          <a:lstStyle/>
          <a:p>
            <a:pPr marL="114300" indent="0">
              <a:lnSpc>
                <a:spcPts val="1425"/>
              </a:lnSpc>
              <a:buNone/>
            </a:pPr>
            <a:r>
              <a:rPr lang="en-US" sz="6400" b="0" dirty="0">
                <a:solidFill>
                  <a:srgbClr val="00979D"/>
                </a:solidFill>
                <a:effectLst/>
                <a:latin typeface="Consolas" panose="020B0609020204030204" pitchFamily="49" charset="0"/>
              </a:rPr>
              <a:t>int</a:t>
            </a:r>
            <a:r>
              <a:rPr lang="en-US" sz="6400" b="0" dirty="0">
                <a:solidFill>
                  <a:srgbClr val="4E5B61"/>
                </a:solidFill>
                <a:effectLst/>
                <a:latin typeface="Consolas" panose="020B0609020204030204" pitchFamily="49" charset="0"/>
              </a:rPr>
              <a:t> water; </a:t>
            </a:r>
          </a:p>
          <a:p>
            <a:pPr marL="114300" indent="0">
              <a:lnSpc>
                <a:spcPts val="1425"/>
              </a:lnSpc>
              <a:buNone/>
            </a:pPr>
            <a:r>
              <a:rPr lang="en-US" sz="6400" b="0" dirty="0">
                <a:solidFill>
                  <a:srgbClr val="00979D"/>
                </a:solidFill>
                <a:effectLst/>
                <a:latin typeface="Consolas" panose="020B0609020204030204" pitchFamily="49" charset="0"/>
              </a:rPr>
              <a:t>void</a:t>
            </a:r>
            <a:r>
              <a:rPr lang="en-US" sz="6400" b="0" dirty="0">
                <a:solidFill>
                  <a:srgbClr val="4E5B61"/>
                </a:solidFill>
                <a:effectLst/>
                <a:latin typeface="Consolas" panose="020B0609020204030204" pitchFamily="49" charset="0"/>
              </a:rPr>
              <a:t> </a:t>
            </a:r>
            <a:r>
              <a:rPr lang="en-US" sz="6400" b="0" dirty="0">
                <a:solidFill>
                  <a:srgbClr val="D35400"/>
                </a:solidFill>
                <a:effectLst/>
                <a:latin typeface="Consolas" panose="020B0609020204030204" pitchFamily="49" charset="0"/>
              </a:rPr>
              <a:t>setup</a:t>
            </a:r>
            <a:r>
              <a:rPr lang="en-US" sz="6400" b="0" dirty="0">
                <a:solidFill>
                  <a:srgbClr val="434F54"/>
                </a:solidFill>
                <a:effectLst/>
                <a:latin typeface="Consolas" panose="020B0609020204030204" pitchFamily="49" charset="0"/>
              </a:rPr>
              <a:t>()</a:t>
            </a:r>
            <a:r>
              <a:rPr lang="en-US" sz="6400" b="0" dirty="0">
                <a:solidFill>
                  <a:srgbClr val="4E5B61"/>
                </a:solidFill>
                <a:effectLst/>
                <a:latin typeface="Consolas" panose="020B0609020204030204" pitchFamily="49" charset="0"/>
              </a:rPr>
              <a:t> </a:t>
            </a:r>
            <a:r>
              <a:rPr lang="en-US" sz="6400" b="0" dirty="0">
                <a:solidFill>
                  <a:srgbClr val="434F54"/>
                </a:solidFill>
                <a:effectLst/>
                <a:latin typeface="Consolas" panose="020B0609020204030204" pitchFamily="49" charset="0"/>
              </a:rPr>
              <a:t>{</a:t>
            </a:r>
            <a:endParaRPr lang="en-US" sz="6400" b="0" dirty="0">
              <a:solidFill>
                <a:srgbClr val="4E5B61"/>
              </a:solidFill>
              <a:effectLst/>
              <a:latin typeface="Consolas" panose="020B0609020204030204" pitchFamily="49" charset="0"/>
            </a:endParaRPr>
          </a:p>
          <a:p>
            <a:pPr marL="114300" indent="0">
              <a:lnSpc>
                <a:spcPts val="1425"/>
              </a:lnSpc>
              <a:buNone/>
            </a:pPr>
            <a:r>
              <a:rPr lang="en-US" sz="6400" b="0" dirty="0">
                <a:solidFill>
                  <a:srgbClr val="4E5B61"/>
                </a:solidFill>
                <a:effectLst/>
                <a:latin typeface="Consolas" panose="020B0609020204030204" pitchFamily="49" charset="0"/>
              </a:rPr>
              <a:t>  </a:t>
            </a:r>
            <a:r>
              <a:rPr lang="en-US" sz="6400" b="0" dirty="0" err="1">
                <a:solidFill>
                  <a:srgbClr val="D35400"/>
                </a:solidFill>
                <a:effectLst/>
                <a:latin typeface="Consolas" panose="020B0609020204030204" pitchFamily="49" charset="0"/>
              </a:rPr>
              <a:t>pinMode</a:t>
            </a:r>
            <a:r>
              <a:rPr lang="en-US" sz="6400" b="0" dirty="0">
                <a:solidFill>
                  <a:srgbClr val="434F54"/>
                </a:solidFill>
                <a:effectLst/>
                <a:latin typeface="Consolas" panose="020B0609020204030204" pitchFamily="49" charset="0"/>
              </a:rPr>
              <a:t>(</a:t>
            </a:r>
            <a:r>
              <a:rPr lang="en-US" sz="6400" b="0" dirty="0">
                <a:solidFill>
                  <a:srgbClr val="005C5F"/>
                </a:solidFill>
                <a:effectLst/>
                <a:latin typeface="Consolas" panose="020B0609020204030204" pitchFamily="49" charset="0"/>
              </a:rPr>
              <a:t>3</a:t>
            </a:r>
            <a:r>
              <a:rPr lang="en-US" sz="6400" b="0" dirty="0">
                <a:solidFill>
                  <a:srgbClr val="4E5B61"/>
                </a:solidFill>
                <a:effectLst/>
                <a:latin typeface="Consolas" panose="020B0609020204030204" pitchFamily="49" charset="0"/>
              </a:rPr>
              <a:t>,OUTPUT</a:t>
            </a:r>
            <a:r>
              <a:rPr lang="en-US" sz="6400" b="0" dirty="0">
                <a:solidFill>
                  <a:srgbClr val="434F54"/>
                </a:solidFill>
                <a:effectLst/>
                <a:latin typeface="Consolas" panose="020B0609020204030204" pitchFamily="49" charset="0"/>
              </a:rPr>
              <a:t>)</a:t>
            </a:r>
            <a:r>
              <a:rPr lang="en-US" sz="6400" b="0" dirty="0">
                <a:solidFill>
                  <a:srgbClr val="4E5B61"/>
                </a:solidFill>
                <a:effectLst/>
                <a:latin typeface="Consolas" panose="020B0609020204030204" pitchFamily="49" charset="0"/>
              </a:rPr>
              <a:t>; </a:t>
            </a:r>
          </a:p>
          <a:p>
            <a:pPr marL="114300" indent="0">
              <a:lnSpc>
                <a:spcPts val="1425"/>
              </a:lnSpc>
              <a:buNone/>
            </a:pPr>
            <a:r>
              <a:rPr lang="en-US" sz="6400" b="0" dirty="0">
                <a:solidFill>
                  <a:srgbClr val="4E5B61"/>
                </a:solidFill>
                <a:effectLst/>
                <a:latin typeface="Consolas" panose="020B0609020204030204" pitchFamily="49" charset="0"/>
              </a:rPr>
              <a:t>  </a:t>
            </a:r>
            <a:r>
              <a:rPr lang="en-US" sz="6400" b="0" dirty="0" err="1">
                <a:solidFill>
                  <a:srgbClr val="D35400"/>
                </a:solidFill>
                <a:effectLst/>
                <a:latin typeface="Consolas" panose="020B0609020204030204" pitchFamily="49" charset="0"/>
              </a:rPr>
              <a:t>pinMode</a:t>
            </a:r>
            <a:r>
              <a:rPr lang="en-US" sz="6400" b="0" dirty="0">
                <a:solidFill>
                  <a:srgbClr val="434F54"/>
                </a:solidFill>
                <a:effectLst/>
                <a:latin typeface="Consolas" panose="020B0609020204030204" pitchFamily="49" charset="0"/>
              </a:rPr>
              <a:t>(</a:t>
            </a:r>
            <a:r>
              <a:rPr lang="en-US" sz="6400" b="0" dirty="0">
                <a:solidFill>
                  <a:srgbClr val="005C5F"/>
                </a:solidFill>
                <a:effectLst/>
                <a:latin typeface="Consolas" panose="020B0609020204030204" pitchFamily="49" charset="0"/>
              </a:rPr>
              <a:t>6</a:t>
            </a:r>
            <a:r>
              <a:rPr lang="en-US" sz="6400" b="0" dirty="0">
                <a:solidFill>
                  <a:srgbClr val="4E5B61"/>
                </a:solidFill>
                <a:effectLst/>
                <a:latin typeface="Consolas" panose="020B0609020204030204" pitchFamily="49" charset="0"/>
              </a:rPr>
              <a:t>,INPUT</a:t>
            </a:r>
            <a:r>
              <a:rPr lang="en-US" sz="6400" b="0" dirty="0">
                <a:solidFill>
                  <a:srgbClr val="434F54"/>
                </a:solidFill>
                <a:effectLst/>
                <a:latin typeface="Consolas" panose="020B0609020204030204" pitchFamily="49" charset="0"/>
              </a:rPr>
              <a:t>)</a:t>
            </a:r>
            <a:r>
              <a:rPr lang="en-US" sz="6400" b="0" dirty="0">
                <a:solidFill>
                  <a:srgbClr val="4E5B61"/>
                </a:solidFill>
                <a:effectLst/>
                <a:latin typeface="Consolas" panose="020B0609020204030204" pitchFamily="49" charset="0"/>
              </a:rPr>
              <a:t>; </a:t>
            </a:r>
          </a:p>
          <a:p>
            <a:pPr marL="114300" indent="0">
              <a:lnSpc>
                <a:spcPts val="1425"/>
              </a:lnSpc>
              <a:buNone/>
            </a:pPr>
            <a:r>
              <a:rPr lang="en-US" sz="6400" b="0" dirty="0">
                <a:solidFill>
                  <a:srgbClr val="434F54"/>
                </a:solidFill>
                <a:effectLst/>
                <a:latin typeface="Consolas" panose="020B0609020204030204" pitchFamily="49" charset="0"/>
              </a:rPr>
              <a:t>}</a:t>
            </a:r>
            <a:endParaRPr lang="en-US" sz="6400" b="0" dirty="0">
              <a:solidFill>
                <a:srgbClr val="4E5B61"/>
              </a:solidFill>
              <a:effectLst/>
              <a:latin typeface="Consolas" panose="020B0609020204030204" pitchFamily="49" charset="0"/>
            </a:endParaRPr>
          </a:p>
          <a:p>
            <a:pPr marL="114300" indent="0">
              <a:lnSpc>
                <a:spcPts val="1425"/>
              </a:lnSpc>
              <a:buNone/>
            </a:pPr>
            <a:r>
              <a:rPr lang="en-US" sz="6400" b="0" dirty="0">
                <a:solidFill>
                  <a:srgbClr val="00979D"/>
                </a:solidFill>
                <a:effectLst/>
                <a:latin typeface="Consolas" panose="020B0609020204030204" pitchFamily="49" charset="0"/>
              </a:rPr>
              <a:t>void</a:t>
            </a:r>
            <a:r>
              <a:rPr lang="en-US" sz="6400" b="0" dirty="0">
                <a:solidFill>
                  <a:srgbClr val="4E5B61"/>
                </a:solidFill>
                <a:effectLst/>
                <a:latin typeface="Consolas" panose="020B0609020204030204" pitchFamily="49" charset="0"/>
              </a:rPr>
              <a:t> </a:t>
            </a:r>
            <a:r>
              <a:rPr lang="en-US" sz="6400" b="0" dirty="0">
                <a:solidFill>
                  <a:srgbClr val="D35400"/>
                </a:solidFill>
                <a:effectLst/>
                <a:latin typeface="Consolas" panose="020B0609020204030204" pitchFamily="49" charset="0"/>
              </a:rPr>
              <a:t>loop</a:t>
            </a:r>
            <a:r>
              <a:rPr lang="en-US" sz="6400" b="0" dirty="0">
                <a:solidFill>
                  <a:srgbClr val="434F54"/>
                </a:solidFill>
                <a:effectLst/>
                <a:latin typeface="Consolas" panose="020B0609020204030204" pitchFamily="49" charset="0"/>
              </a:rPr>
              <a:t>()</a:t>
            </a:r>
            <a:r>
              <a:rPr lang="en-US" sz="6400" b="0" dirty="0">
                <a:solidFill>
                  <a:srgbClr val="4E5B61"/>
                </a:solidFill>
                <a:effectLst/>
                <a:latin typeface="Consolas" panose="020B0609020204030204" pitchFamily="49" charset="0"/>
              </a:rPr>
              <a:t> </a:t>
            </a:r>
            <a:r>
              <a:rPr lang="en-US" sz="6400" b="0" dirty="0">
                <a:solidFill>
                  <a:srgbClr val="434F54"/>
                </a:solidFill>
                <a:effectLst/>
                <a:latin typeface="Consolas" panose="020B0609020204030204" pitchFamily="49" charset="0"/>
              </a:rPr>
              <a:t>{</a:t>
            </a:r>
            <a:r>
              <a:rPr lang="en-US" sz="6400" b="0" dirty="0">
                <a:solidFill>
                  <a:srgbClr val="4E5B61"/>
                </a:solidFill>
                <a:effectLst/>
                <a:latin typeface="Consolas" panose="020B0609020204030204" pitchFamily="49" charset="0"/>
              </a:rPr>
              <a:t> </a:t>
            </a:r>
          </a:p>
          <a:p>
            <a:pPr marL="114300" indent="0">
              <a:lnSpc>
                <a:spcPts val="1425"/>
              </a:lnSpc>
              <a:buNone/>
            </a:pPr>
            <a:r>
              <a:rPr lang="en-US" sz="6400" b="0" dirty="0">
                <a:solidFill>
                  <a:srgbClr val="4E5B61"/>
                </a:solidFill>
                <a:effectLst/>
                <a:latin typeface="Consolas" panose="020B0609020204030204" pitchFamily="49" charset="0"/>
              </a:rPr>
              <a:t>  water = </a:t>
            </a:r>
            <a:r>
              <a:rPr lang="en-US" sz="6400" b="0" dirty="0" err="1">
                <a:solidFill>
                  <a:srgbClr val="D35400"/>
                </a:solidFill>
                <a:effectLst/>
                <a:latin typeface="Consolas" panose="020B0609020204030204" pitchFamily="49" charset="0"/>
              </a:rPr>
              <a:t>digitalRead</a:t>
            </a:r>
            <a:r>
              <a:rPr lang="en-US" sz="6400" b="0" dirty="0">
                <a:solidFill>
                  <a:srgbClr val="434F54"/>
                </a:solidFill>
                <a:effectLst/>
                <a:latin typeface="Consolas" panose="020B0609020204030204" pitchFamily="49" charset="0"/>
              </a:rPr>
              <a:t>(</a:t>
            </a:r>
            <a:r>
              <a:rPr lang="en-US" sz="6400" b="0" dirty="0">
                <a:solidFill>
                  <a:srgbClr val="005C5F"/>
                </a:solidFill>
                <a:effectLst/>
                <a:latin typeface="Consolas" panose="020B0609020204030204" pitchFamily="49" charset="0"/>
              </a:rPr>
              <a:t>6</a:t>
            </a:r>
            <a:r>
              <a:rPr lang="en-US" sz="6400" b="0" dirty="0">
                <a:solidFill>
                  <a:srgbClr val="434F54"/>
                </a:solidFill>
                <a:effectLst/>
                <a:latin typeface="Consolas" panose="020B0609020204030204" pitchFamily="49" charset="0"/>
              </a:rPr>
              <a:t>)</a:t>
            </a:r>
            <a:r>
              <a:rPr lang="en-US" sz="6400" b="0" dirty="0">
                <a:solidFill>
                  <a:srgbClr val="4E5B61"/>
                </a:solidFill>
                <a:effectLst/>
                <a:latin typeface="Consolas" panose="020B0609020204030204" pitchFamily="49" charset="0"/>
              </a:rPr>
              <a:t>;  </a:t>
            </a:r>
          </a:p>
          <a:p>
            <a:pPr marL="114300" indent="0">
              <a:lnSpc>
                <a:spcPts val="1425"/>
              </a:lnSpc>
              <a:buNone/>
            </a:pPr>
            <a:r>
              <a:rPr lang="en-US" sz="6400" b="0" dirty="0">
                <a:solidFill>
                  <a:srgbClr val="4E5B61"/>
                </a:solidFill>
                <a:effectLst/>
                <a:latin typeface="Consolas" panose="020B0609020204030204" pitchFamily="49" charset="0"/>
              </a:rPr>
              <a:t>  </a:t>
            </a:r>
            <a:r>
              <a:rPr lang="en-US" sz="6400" b="0" dirty="0">
                <a:solidFill>
                  <a:srgbClr val="728E00"/>
                </a:solidFill>
                <a:effectLst/>
                <a:latin typeface="Consolas" panose="020B0609020204030204" pitchFamily="49" charset="0"/>
              </a:rPr>
              <a:t>if</a:t>
            </a:r>
            <a:r>
              <a:rPr lang="en-US" sz="6400" b="0" dirty="0">
                <a:solidFill>
                  <a:srgbClr val="434F54"/>
                </a:solidFill>
                <a:effectLst/>
                <a:latin typeface="Consolas" panose="020B0609020204030204" pitchFamily="49" charset="0"/>
              </a:rPr>
              <a:t>(</a:t>
            </a:r>
            <a:r>
              <a:rPr lang="en-US" sz="6400" b="0" dirty="0">
                <a:solidFill>
                  <a:srgbClr val="4E5B61"/>
                </a:solidFill>
                <a:effectLst/>
                <a:latin typeface="Consolas" panose="020B0609020204030204" pitchFamily="49" charset="0"/>
              </a:rPr>
              <a:t>water == HIGH</a:t>
            </a:r>
            <a:r>
              <a:rPr lang="en-US" sz="6400" b="0" dirty="0">
                <a:solidFill>
                  <a:srgbClr val="434F54"/>
                </a:solidFill>
                <a:effectLst/>
                <a:latin typeface="Consolas" panose="020B0609020204030204" pitchFamily="49" charset="0"/>
              </a:rPr>
              <a:t>)</a:t>
            </a:r>
            <a:r>
              <a:rPr lang="en-US" sz="6400" b="0" dirty="0">
                <a:solidFill>
                  <a:srgbClr val="4E5B61"/>
                </a:solidFill>
                <a:effectLst/>
                <a:latin typeface="Consolas" panose="020B0609020204030204" pitchFamily="49" charset="0"/>
              </a:rPr>
              <a:t>  </a:t>
            </a:r>
          </a:p>
          <a:p>
            <a:pPr marL="114300" indent="0">
              <a:lnSpc>
                <a:spcPts val="1425"/>
              </a:lnSpc>
              <a:buNone/>
            </a:pPr>
            <a:r>
              <a:rPr lang="en-US" sz="6400" b="0" dirty="0">
                <a:solidFill>
                  <a:srgbClr val="4E5B61"/>
                </a:solidFill>
                <a:effectLst/>
                <a:latin typeface="Consolas" panose="020B0609020204030204" pitchFamily="49" charset="0"/>
              </a:rPr>
              <a:t>  </a:t>
            </a:r>
            <a:r>
              <a:rPr lang="en-US" sz="6400" b="0" dirty="0">
                <a:solidFill>
                  <a:srgbClr val="434F54"/>
                </a:solidFill>
                <a:effectLst/>
                <a:latin typeface="Consolas" panose="020B0609020204030204" pitchFamily="49" charset="0"/>
              </a:rPr>
              <a:t>{</a:t>
            </a:r>
            <a:endParaRPr lang="en-US" sz="6400" b="0" dirty="0">
              <a:solidFill>
                <a:srgbClr val="4E5B61"/>
              </a:solidFill>
              <a:effectLst/>
              <a:latin typeface="Consolas" panose="020B0609020204030204" pitchFamily="49" charset="0"/>
            </a:endParaRPr>
          </a:p>
          <a:p>
            <a:pPr marL="114300" indent="0">
              <a:lnSpc>
                <a:spcPts val="1425"/>
              </a:lnSpc>
              <a:buNone/>
            </a:pPr>
            <a:r>
              <a:rPr lang="en-US" sz="6400" b="0" dirty="0">
                <a:solidFill>
                  <a:srgbClr val="4E5B61"/>
                </a:solidFill>
                <a:effectLst/>
                <a:latin typeface="Consolas" panose="020B0609020204030204" pitchFamily="49" charset="0"/>
              </a:rPr>
              <a:t>  </a:t>
            </a:r>
            <a:r>
              <a:rPr lang="en-US" sz="6400" b="0" dirty="0" err="1">
                <a:solidFill>
                  <a:srgbClr val="D35400"/>
                </a:solidFill>
                <a:effectLst/>
                <a:latin typeface="Consolas" panose="020B0609020204030204" pitchFamily="49" charset="0"/>
              </a:rPr>
              <a:t>digitalWrite</a:t>
            </a:r>
            <a:r>
              <a:rPr lang="en-US" sz="6400" b="0" dirty="0">
                <a:solidFill>
                  <a:srgbClr val="434F54"/>
                </a:solidFill>
                <a:effectLst/>
                <a:latin typeface="Consolas" panose="020B0609020204030204" pitchFamily="49" charset="0"/>
              </a:rPr>
              <a:t>(</a:t>
            </a:r>
            <a:r>
              <a:rPr lang="en-US" sz="6400" b="0" dirty="0">
                <a:solidFill>
                  <a:srgbClr val="005C5F"/>
                </a:solidFill>
                <a:effectLst/>
                <a:latin typeface="Consolas" panose="020B0609020204030204" pitchFamily="49" charset="0"/>
              </a:rPr>
              <a:t>3</a:t>
            </a:r>
            <a:r>
              <a:rPr lang="en-US" sz="6400" b="0" dirty="0">
                <a:solidFill>
                  <a:srgbClr val="4E5B61"/>
                </a:solidFill>
                <a:effectLst/>
                <a:latin typeface="Consolas" panose="020B0609020204030204" pitchFamily="49" charset="0"/>
              </a:rPr>
              <a:t>,LOW</a:t>
            </a:r>
            <a:r>
              <a:rPr lang="en-US" sz="6400" b="0" dirty="0">
                <a:solidFill>
                  <a:srgbClr val="434F54"/>
                </a:solidFill>
                <a:effectLst/>
                <a:latin typeface="Consolas" panose="020B0609020204030204" pitchFamily="49" charset="0"/>
              </a:rPr>
              <a:t>)</a:t>
            </a:r>
            <a:r>
              <a:rPr lang="en-US" sz="6400" b="0" dirty="0">
                <a:solidFill>
                  <a:srgbClr val="4E5B61"/>
                </a:solidFill>
                <a:effectLst/>
                <a:latin typeface="Consolas" panose="020B0609020204030204" pitchFamily="49" charset="0"/>
              </a:rPr>
              <a:t>; </a:t>
            </a:r>
          </a:p>
          <a:p>
            <a:pPr marL="114300" indent="0">
              <a:lnSpc>
                <a:spcPts val="1425"/>
              </a:lnSpc>
              <a:buNone/>
            </a:pPr>
            <a:r>
              <a:rPr lang="en-US" sz="6400" b="0" dirty="0">
                <a:solidFill>
                  <a:srgbClr val="4E5B61"/>
                </a:solidFill>
                <a:effectLst/>
                <a:latin typeface="Consolas" panose="020B0609020204030204" pitchFamily="49" charset="0"/>
              </a:rPr>
              <a:t>  </a:t>
            </a:r>
            <a:r>
              <a:rPr lang="en-US" sz="6400" b="0" dirty="0">
                <a:solidFill>
                  <a:srgbClr val="434F54"/>
                </a:solidFill>
                <a:effectLst/>
                <a:latin typeface="Consolas" panose="020B0609020204030204" pitchFamily="49" charset="0"/>
              </a:rPr>
              <a:t>}</a:t>
            </a:r>
            <a:endParaRPr lang="en-US" sz="6400" b="0" dirty="0">
              <a:solidFill>
                <a:srgbClr val="4E5B61"/>
              </a:solidFill>
              <a:effectLst/>
              <a:latin typeface="Consolas" panose="020B0609020204030204" pitchFamily="49" charset="0"/>
            </a:endParaRPr>
          </a:p>
          <a:p>
            <a:pPr marL="114300" indent="0">
              <a:lnSpc>
                <a:spcPts val="1425"/>
              </a:lnSpc>
              <a:buNone/>
            </a:pPr>
            <a:r>
              <a:rPr lang="en-US" sz="6400" b="0" dirty="0">
                <a:solidFill>
                  <a:srgbClr val="4E5B61"/>
                </a:solidFill>
                <a:effectLst/>
                <a:latin typeface="Consolas" panose="020B0609020204030204" pitchFamily="49" charset="0"/>
              </a:rPr>
              <a:t>  </a:t>
            </a:r>
            <a:r>
              <a:rPr lang="en-US" sz="6400" b="0" dirty="0">
                <a:solidFill>
                  <a:srgbClr val="728E00"/>
                </a:solidFill>
                <a:effectLst/>
                <a:latin typeface="Consolas" panose="020B0609020204030204" pitchFamily="49" charset="0"/>
              </a:rPr>
              <a:t>else</a:t>
            </a:r>
            <a:endParaRPr lang="en-US" sz="6400" b="0" dirty="0">
              <a:solidFill>
                <a:srgbClr val="4E5B61"/>
              </a:solidFill>
              <a:effectLst/>
              <a:latin typeface="Consolas" panose="020B0609020204030204" pitchFamily="49" charset="0"/>
            </a:endParaRPr>
          </a:p>
          <a:p>
            <a:pPr marL="114300" indent="0">
              <a:lnSpc>
                <a:spcPts val="1425"/>
              </a:lnSpc>
              <a:buNone/>
            </a:pPr>
            <a:r>
              <a:rPr lang="en-US" sz="6400" b="0" dirty="0">
                <a:solidFill>
                  <a:srgbClr val="4E5B61"/>
                </a:solidFill>
                <a:effectLst/>
                <a:latin typeface="Consolas" panose="020B0609020204030204" pitchFamily="49" charset="0"/>
              </a:rPr>
              <a:t>  </a:t>
            </a:r>
            <a:r>
              <a:rPr lang="en-US" sz="6400" b="0" dirty="0">
                <a:solidFill>
                  <a:srgbClr val="434F54"/>
                </a:solidFill>
                <a:effectLst/>
                <a:latin typeface="Consolas" panose="020B0609020204030204" pitchFamily="49" charset="0"/>
              </a:rPr>
              <a:t>{</a:t>
            </a:r>
            <a:endParaRPr lang="en-US" sz="6400" b="0" dirty="0">
              <a:solidFill>
                <a:srgbClr val="4E5B61"/>
              </a:solidFill>
              <a:effectLst/>
              <a:latin typeface="Consolas" panose="020B0609020204030204" pitchFamily="49" charset="0"/>
            </a:endParaRPr>
          </a:p>
          <a:p>
            <a:pPr marL="114300" indent="0">
              <a:lnSpc>
                <a:spcPts val="1425"/>
              </a:lnSpc>
              <a:buNone/>
            </a:pPr>
            <a:r>
              <a:rPr lang="en-US" sz="6400" b="0" dirty="0">
                <a:solidFill>
                  <a:srgbClr val="4E5B61"/>
                </a:solidFill>
                <a:effectLst/>
                <a:latin typeface="Consolas" panose="020B0609020204030204" pitchFamily="49" charset="0"/>
              </a:rPr>
              <a:t>  </a:t>
            </a:r>
            <a:r>
              <a:rPr lang="en-US" sz="6400" b="0" dirty="0" err="1">
                <a:solidFill>
                  <a:srgbClr val="D35400"/>
                </a:solidFill>
                <a:effectLst/>
                <a:latin typeface="Consolas" panose="020B0609020204030204" pitchFamily="49" charset="0"/>
              </a:rPr>
              <a:t>digitalWrite</a:t>
            </a:r>
            <a:r>
              <a:rPr lang="en-US" sz="6400" b="0" dirty="0">
                <a:solidFill>
                  <a:srgbClr val="434F54"/>
                </a:solidFill>
                <a:effectLst/>
                <a:latin typeface="Consolas" panose="020B0609020204030204" pitchFamily="49" charset="0"/>
              </a:rPr>
              <a:t>(</a:t>
            </a:r>
            <a:r>
              <a:rPr lang="en-US" sz="6400" b="0" dirty="0">
                <a:solidFill>
                  <a:srgbClr val="005C5F"/>
                </a:solidFill>
                <a:effectLst/>
                <a:latin typeface="Consolas" panose="020B0609020204030204" pitchFamily="49" charset="0"/>
              </a:rPr>
              <a:t>3</a:t>
            </a:r>
            <a:r>
              <a:rPr lang="en-US" sz="6400" b="0" dirty="0">
                <a:solidFill>
                  <a:srgbClr val="4E5B61"/>
                </a:solidFill>
                <a:effectLst/>
                <a:latin typeface="Consolas" panose="020B0609020204030204" pitchFamily="49" charset="0"/>
              </a:rPr>
              <a:t>,HIGH</a:t>
            </a:r>
            <a:r>
              <a:rPr lang="en-US" sz="6400" b="0" dirty="0">
                <a:solidFill>
                  <a:srgbClr val="434F54"/>
                </a:solidFill>
                <a:effectLst/>
                <a:latin typeface="Consolas" panose="020B0609020204030204" pitchFamily="49" charset="0"/>
              </a:rPr>
              <a:t>)</a:t>
            </a:r>
            <a:r>
              <a:rPr lang="en-US" sz="6400" b="0" dirty="0">
                <a:solidFill>
                  <a:srgbClr val="4E5B61"/>
                </a:solidFill>
                <a:effectLst/>
                <a:latin typeface="Consolas" panose="020B0609020204030204" pitchFamily="49" charset="0"/>
              </a:rPr>
              <a:t>;</a:t>
            </a:r>
          </a:p>
          <a:p>
            <a:pPr marL="114300" indent="0">
              <a:lnSpc>
                <a:spcPts val="1425"/>
              </a:lnSpc>
              <a:buNone/>
            </a:pPr>
            <a:r>
              <a:rPr lang="en-US" sz="6400" b="0" dirty="0">
                <a:solidFill>
                  <a:srgbClr val="4E5B61"/>
                </a:solidFill>
                <a:effectLst/>
                <a:latin typeface="Consolas" panose="020B0609020204030204" pitchFamily="49" charset="0"/>
              </a:rPr>
              <a:t>  </a:t>
            </a:r>
            <a:r>
              <a:rPr lang="en-US" sz="6400" b="0" dirty="0">
                <a:solidFill>
                  <a:srgbClr val="434F54"/>
                </a:solidFill>
                <a:effectLst/>
                <a:latin typeface="Consolas" panose="020B0609020204030204" pitchFamily="49" charset="0"/>
              </a:rPr>
              <a:t>}</a:t>
            </a:r>
            <a:endParaRPr lang="en-US" sz="6400" b="0" dirty="0">
              <a:solidFill>
                <a:srgbClr val="4E5B61"/>
              </a:solidFill>
              <a:effectLst/>
              <a:latin typeface="Consolas" panose="020B0609020204030204" pitchFamily="49" charset="0"/>
            </a:endParaRPr>
          </a:p>
          <a:p>
            <a:pPr marL="114300" indent="0">
              <a:lnSpc>
                <a:spcPts val="1425"/>
              </a:lnSpc>
              <a:buNone/>
            </a:pPr>
            <a:r>
              <a:rPr lang="en-US" sz="6400" b="0" dirty="0">
                <a:solidFill>
                  <a:srgbClr val="4E5B61"/>
                </a:solidFill>
                <a:effectLst/>
                <a:latin typeface="Consolas" panose="020B0609020204030204" pitchFamily="49" charset="0"/>
              </a:rPr>
              <a:t>  </a:t>
            </a:r>
            <a:r>
              <a:rPr lang="en-US" sz="6400" b="0" dirty="0">
                <a:solidFill>
                  <a:srgbClr val="D35400"/>
                </a:solidFill>
                <a:effectLst/>
                <a:latin typeface="Consolas" panose="020B0609020204030204" pitchFamily="49" charset="0"/>
              </a:rPr>
              <a:t>delay</a:t>
            </a:r>
            <a:r>
              <a:rPr lang="en-US" sz="6400" b="0" dirty="0">
                <a:solidFill>
                  <a:srgbClr val="434F54"/>
                </a:solidFill>
                <a:effectLst/>
                <a:latin typeface="Consolas" panose="020B0609020204030204" pitchFamily="49" charset="0"/>
              </a:rPr>
              <a:t>(</a:t>
            </a:r>
            <a:r>
              <a:rPr lang="en-US" sz="6400" b="0" dirty="0">
                <a:solidFill>
                  <a:srgbClr val="005C5F"/>
                </a:solidFill>
                <a:effectLst/>
                <a:latin typeface="Consolas" panose="020B0609020204030204" pitchFamily="49" charset="0"/>
              </a:rPr>
              <a:t>400</a:t>
            </a:r>
            <a:r>
              <a:rPr lang="en-US" sz="6400" b="0" dirty="0">
                <a:solidFill>
                  <a:srgbClr val="434F54"/>
                </a:solidFill>
                <a:effectLst/>
                <a:latin typeface="Consolas" panose="020B0609020204030204" pitchFamily="49" charset="0"/>
              </a:rPr>
              <a:t>)</a:t>
            </a:r>
            <a:r>
              <a:rPr lang="en-US" sz="6400" b="0" dirty="0">
                <a:solidFill>
                  <a:srgbClr val="4E5B61"/>
                </a:solidFill>
                <a:effectLst/>
                <a:latin typeface="Consolas" panose="020B0609020204030204" pitchFamily="49" charset="0"/>
              </a:rPr>
              <a:t>; </a:t>
            </a:r>
          </a:p>
          <a:p>
            <a:pPr marL="114300" indent="0">
              <a:lnSpc>
                <a:spcPts val="1425"/>
              </a:lnSpc>
              <a:buNone/>
            </a:pPr>
            <a:r>
              <a:rPr lang="en-US" sz="6400" b="0" dirty="0">
                <a:solidFill>
                  <a:srgbClr val="434F54"/>
                </a:solidFill>
                <a:effectLst/>
                <a:latin typeface="Consolas" panose="020B0609020204030204" pitchFamily="49" charset="0"/>
              </a:rPr>
              <a:t>}</a:t>
            </a:r>
            <a:br>
              <a:rPr lang="en-US" b="0" dirty="0">
                <a:solidFill>
                  <a:srgbClr val="4E5B61"/>
                </a:solidFill>
                <a:effectLst/>
                <a:latin typeface="Consolas" panose="020B0609020204030204" pitchFamily="49" charset="0"/>
              </a:rPr>
            </a:br>
            <a:endParaRPr lang="en-US" b="0" dirty="0">
              <a:solidFill>
                <a:srgbClr val="4E5B61"/>
              </a:solidFill>
              <a:effectLst/>
              <a:latin typeface="Consolas" panose="020B0609020204030204" pitchFamily="49" charset="0"/>
            </a:endParaRPr>
          </a:p>
          <a:p>
            <a:pPr marL="114300" indent="0">
              <a:buNone/>
            </a:pPr>
            <a:endParaRPr lang="en-IN" dirty="0"/>
          </a:p>
        </p:txBody>
      </p:sp>
    </p:spTree>
    <p:extLst>
      <p:ext uri="{BB962C8B-B14F-4D97-AF65-F5344CB8AC3E}">
        <p14:creationId xmlns:p14="http://schemas.microsoft.com/office/powerpoint/2010/main" val="3132624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Final Project Model</a:t>
            </a:r>
            <a:endParaRPr lang="en-IN" dirty="0"/>
          </a:p>
        </p:txBody>
      </p:sp>
      <p:pic>
        <p:nvPicPr>
          <p:cNvPr id="5" name="Picture 4" descr="A circuit board with wires connected to it&#10;&#10;Description automatically generated">
            <a:extLst>
              <a:ext uri="{FF2B5EF4-FFF2-40B4-BE49-F238E27FC236}">
                <a16:creationId xmlns:a16="http://schemas.microsoft.com/office/drawing/2014/main" id="{03E0B5D4-1436-7E64-5D96-D8EF65D7336F}"/>
              </a:ext>
            </a:extLst>
          </p:cNvPr>
          <p:cNvPicPr>
            <a:picLocks noChangeAspect="1"/>
          </p:cNvPicPr>
          <p:nvPr/>
        </p:nvPicPr>
        <p:blipFill>
          <a:blip r:embed="rId2"/>
          <a:stretch>
            <a:fillRect/>
          </a:stretch>
        </p:blipFill>
        <p:spPr>
          <a:xfrm>
            <a:off x="2057400" y="1238558"/>
            <a:ext cx="4613223" cy="3459917"/>
          </a:xfrm>
          <a:prstGeom prst="rect">
            <a:avLst/>
          </a:prstGeom>
        </p:spPr>
      </p:pic>
    </p:spTree>
    <p:extLst>
      <p:ext uri="{BB962C8B-B14F-4D97-AF65-F5344CB8AC3E}">
        <p14:creationId xmlns:p14="http://schemas.microsoft.com/office/powerpoint/2010/main" val="4104840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7"/>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sz="3600" dirty="0"/>
              <a:t>Results and Discussion</a:t>
            </a:r>
            <a:br>
              <a:rPr lang="en-GB" sz="3600" dirty="0"/>
            </a:br>
            <a:endParaRPr dirty="0"/>
          </a:p>
        </p:txBody>
      </p:sp>
      <p:sp>
        <p:nvSpPr>
          <p:cNvPr id="98" name="Google Shape;98;p17"/>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fontScale="92500"/>
          </a:bodyPr>
          <a:lstStyle/>
          <a:p>
            <a:r>
              <a:rPr lang="en-GB" dirty="0"/>
              <a:t>The automatic plant watering system worked successfully, meeting the project's objectives of providing efficient, on-demand watering based on soil moisture content. The system demonstrated reliability in detecting dry soil conditions and activating the water pump accordingly. Additionally, it proved to be energy-efficient, thanks to its periodic checking mechanism.</a:t>
            </a:r>
          </a:p>
          <a:p>
            <a:r>
              <a:rPr lang="en-GB" dirty="0"/>
              <a:t>With some improvements in sensor calibration, system flexibility, and remote monitoring, the system could be further optimized for diverse plant species and larger-scale applications. Overall, the project provides a solid foundation for an automated irrigation system that can be adapted for various gardening and agricultural needs.</a:t>
            </a:r>
          </a:p>
          <a:p>
            <a:pPr marL="0" lvl="0" indent="0" algn="l" rtl="0">
              <a:lnSpc>
                <a:spcPct val="115000"/>
              </a:lnSpc>
              <a:spcBef>
                <a:spcPts val="0"/>
              </a:spcBef>
              <a:spcAft>
                <a:spcPts val="0"/>
              </a:spcAft>
              <a:buSzPts val="1946"/>
              <a:buNone/>
            </a:pPr>
            <a:endParaRPr dirty="0">
              <a:solidFill>
                <a:srgbClr val="000000"/>
              </a:solidFill>
              <a:latin typeface="Times New Roman"/>
              <a:ea typeface="Times New Roman"/>
              <a:cs typeface="Times New Roman"/>
              <a:sym typeface="Times New Roman"/>
            </a:endParaRPr>
          </a:p>
          <a:p>
            <a:pPr marL="457200" lvl="0" indent="-228600" algn="l" rtl="0">
              <a:lnSpc>
                <a:spcPct val="115000"/>
              </a:lnSpc>
              <a:spcBef>
                <a:spcPts val="0"/>
              </a:spcBef>
              <a:spcAft>
                <a:spcPts val="0"/>
              </a:spcAft>
              <a:buSzPts val="1800"/>
              <a:buNone/>
            </a:pPr>
            <a:endParaRPr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Future Scope</a:t>
            </a:r>
            <a:endParaRPr lang="en-IN" dirty="0"/>
          </a:p>
        </p:txBody>
      </p:sp>
      <p:sp>
        <p:nvSpPr>
          <p:cNvPr id="3" name="Text Placeholder 2"/>
          <p:cNvSpPr>
            <a:spLocks noGrp="1"/>
          </p:cNvSpPr>
          <p:nvPr>
            <p:ph type="body" idx="1"/>
          </p:nvPr>
        </p:nvSpPr>
        <p:spPr/>
        <p:txBody>
          <a:bodyPr/>
          <a:lstStyle/>
          <a:p>
            <a:r>
              <a:rPr lang="en-IN" dirty="0"/>
              <a:t>In the future, we can modify our system using mobile applications to control the watering of the plants.</a:t>
            </a:r>
          </a:p>
          <a:p>
            <a:r>
              <a:rPr lang="en-IN" dirty="0"/>
              <a:t>Also we can install a weather forecasting system which helps us to know how’s the weather going to be and accordingly we can water the plants.</a:t>
            </a:r>
          </a:p>
          <a:p>
            <a:r>
              <a:rPr lang="en-IN" dirty="0"/>
              <a:t>We can also prevent soil erosion by modifying our soil moisture sensor for higher applications.</a:t>
            </a:r>
          </a:p>
          <a:p>
            <a:r>
              <a:rPr lang="en-IN" dirty="0"/>
              <a:t>Our model is designed for a small scale gardening use but if we have proper resources and guidance we can also install it for large agricultural fields which can simplify farming and also yield abundantly.</a:t>
            </a:r>
          </a:p>
        </p:txBody>
      </p:sp>
    </p:spTree>
    <p:extLst>
      <p:ext uri="{BB962C8B-B14F-4D97-AF65-F5344CB8AC3E}">
        <p14:creationId xmlns:p14="http://schemas.microsoft.com/office/powerpoint/2010/main" val="18776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20"/>
          <p:cNvPicPr preferRelativeResize="0"/>
          <p:nvPr/>
        </p:nvPicPr>
        <p:blipFill rotWithShape="1">
          <a:blip r:embed="rId3">
            <a:alphaModFix/>
          </a:blip>
          <a:srcRect l="-2550" r="2550"/>
          <a:stretch/>
        </p:blipFill>
        <p:spPr>
          <a:xfrm>
            <a:off x="1176548" y="1165486"/>
            <a:ext cx="6461175" cy="2812525"/>
          </a:xfrm>
          <a:prstGeom prst="rect">
            <a:avLst/>
          </a:prstGeom>
          <a:noFill/>
          <a:ln>
            <a:noFill/>
          </a:ln>
        </p:spPr>
      </p:pic>
    </p:spTree>
  </p:cSld>
  <p:clrMapOvr>
    <a:masterClrMapping/>
  </p:clrMapOvr>
</p:sld>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TotalTime>
  <Words>668</Words>
  <Application>Microsoft Office PowerPoint</Application>
  <PresentationFormat>On-screen Show (16:9)</PresentationFormat>
  <Paragraphs>89</Paragraphs>
  <Slides>11</Slides>
  <Notes>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Lato</vt:lpstr>
      <vt:lpstr>Times New Roman</vt:lpstr>
      <vt:lpstr>Bookman Old Style</vt:lpstr>
      <vt:lpstr>PT Sans Narrow</vt:lpstr>
      <vt:lpstr>Consolas</vt:lpstr>
      <vt:lpstr>Georgia</vt:lpstr>
      <vt:lpstr>Arial</vt:lpstr>
      <vt:lpstr>Open Sans</vt:lpstr>
      <vt:lpstr>Lexend</vt:lpstr>
      <vt:lpstr>Tropic</vt:lpstr>
      <vt:lpstr>     IOT Enabled Prototyping Subject Code: 22IEP38 </vt:lpstr>
      <vt:lpstr>TEAM INFO TEAM LEADER :</vt:lpstr>
      <vt:lpstr>Introduction :</vt:lpstr>
      <vt:lpstr>Objectives</vt:lpstr>
      <vt:lpstr>Figurative Representation of the project model </vt:lpstr>
      <vt:lpstr>Operation of the project </vt:lpstr>
      <vt:lpstr>Program</vt:lpstr>
      <vt:lpstr>Final Project Model</vt:lpstr>
      <vt:lpstr>Results and Discussion </vt:lpstr>
      <vt:lpstr>Future Scope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IOT Enabled Prototyping Subject Code: 22IEP38 </dc:title>
  <cp:lastModifiedBy>Frenny Saldanha</cp:lastModifiedBy>
  <cp:revision>3</cp:revision>
  <dcterms:modified xsi:type="dcterms:W3CDTF">2024-11-11T05:27:54Z</dcterms:modified>
</cp:coreProperties>
</file>